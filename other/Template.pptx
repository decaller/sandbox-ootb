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slideLayouts/slideLayout3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24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Layouts/slideLayout23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38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Layouts/slideLayout57.xml" ContentType="application/vnd.openxmlformats-officedocument.presentationml.slideLayout+xml"/>
  <Override PartName="/ppt/slides/slide1.xml" ContentType="application/vnd.openxmlformats-officedocument.presentationml.slide+xml"/>
  <Override PartName="/ppt/slides/slide6.xml" ContentType="application/vnd.openxmlformats-officedocument.presentationml.slide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slideLayouts/slideLayout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1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Layouts/slideLayout34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7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slideLayouts/slideLayout52.xml" ContentType="application/vnd.openxmlformats-officedocument.presentationml.slideLayout+xml"/>
  <Override PartName="/ppt/slideLayouts/slideLayout54.xml" ContentType="application/vnd.openxmlformats-officedocument.presentationml.slideLayout+xml"/>
  <Override PartName="/ppt/notesSlides/notesSlide15.xml" ContentType="application/vnd.openxmlformats-officedocument.presentationml.notesSlide+xml"/>
  <Override PartName="/ppt/slides/slide13.xml" ContentType="application/vnd.openxmlformats-officedocument.presentationml.slid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Layouts/slideLayout53.xml" ContentType="application/vnd.openxmlformats-officedocument.presentationml.slideLayout+xml"/>
  <Override PartName="/ppt/notesSlides/notesSlide5.xml" ContentType="application/vnd.openxmlformats-officedocument.presentationml.notesSlide+xml"/>
  <Override PartName="/ppt/notesSlides/notesSlide10.xml" ContentType="application/vnd.openxmlformats-officedocument.presentationml.notesSlide+xml"/>
  <Override PartName="/ppt/slideLayouts/slideLayout2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9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4.xml" ContentType="application/vnd.openxmlformats-officedocument.presentationml.slide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s/slide2.xml" ContentType="application/vnd.openxmlformats-officedocument.presentationml.slide+xml"/>
  <Override PartName="/ppt/slideLayouts/slideLayout46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47.xml" ContentType="application/vnd.openxmlformats-officedocument.presentationml.slideLayout+xml"/>
  <Override PartName="/ppt/notesSlides/notesSlide1.xml" ContentType="application/vnd.openxmlformats-officedocument.presentationml.notesSlide+xml"/>
  <Override PartName="/ppt/slideLayouts/slideLayout48.xml" ContentType="application/vnd.openxmlformats-officedocument.presentationml.slideLayout+xml"/>
  <Override PartName="/ppt/theme/theme2.xml" ContentType="application/vnd.openxmlformats-officedocument.theme+xml"/>
  <Override PartName="/ppt/slideLayouts/slideLayout50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notesSlides/notesSlide12.xml" ContentType="application/vnd.openxmlformats-officedocument.presentationml.notesSlide+xml"/>
  <Override PartName="/ppt/slideLayouts/slideLayout12.xml" ContentType="application/vnd.openxmlformats-officedocument.presentationml.slideLayout+xml"/>
  <Override PartName="/ppt/slides/slide11.xml" ContentType="application/vnd.openxmlformats-officedocument.presentationml.slide+xml"/>
  <Override PartName="/ppt/slideLayouts/slideLayout42.xml" ContentType="application/vnd.openxmlformats-officedocument.presentationml.slideLayout+xml"/>
  <Override PartName="/ppt/slides/slide12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Layouts/slideLayout32.xml" ContentType="application/vnd.openxmlformats-officedocument.presentationml.slideLayout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Layouts/slideLayout16.xml" ContentType="application/vnd.openxmlformats-officedocument.presentationml.slideLayout+xml"/>
  <Override PartName="/ppt/slides/slide1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12192000" cy="6858000"/>
  <p:notesSz cx="7772400" cy="10058400"/>
  <p:defaultTextStyle>
    <a:lvl1pPr marL="0" algn="l">
      <a:defRPr sz="1800">
        <a:solidFill>
          <a:schemeClr val="tx1"/>
        </a:solidFill>
        <a:latin typeface="+mn-lt"/>
      </a:defRPr>
    </a:lvl1pPr>
    <a:lvl2pPr marL="457200" algn="l">
      <a:defRPr sz="1800">
        <a:solidFill>
          <a:schemeClr val="tx1"/>
        </a:solidFill>
        <a:latin typeface="+mn-lt"/>
      </a:defRPr>
    </a:lvl2pPr>
    <a:lvl3pPr marL="914400" algn="l">
      <a:defRPr sz="1800">
        <a:solidFill>
          <a:schemeClr val="tx1"/>
        </a:solidFill>
        <a:latin typeface="+mn-lt"/>
      </a:defRPr>
    </a:lvl3pPr>
    <a:lvl4pPr marL="1371600" algn="l">
      <a:defRPr sz="1800">
        <a:solidFill>
          <a:schemeClr val="tx1"/>
        </a:solidFill>
        <a:latin typeface="+mn-lt"/>
      </a:defRPr>
    </a:lvl4pPr>
    <a:lvl5pPr marL="1828800" algn="l">
      <a:defRPr sz="1800">
        <a:solidFill>
          <a:schemeClr val="tx1"/>
        </a:solidFill>
        <a:latin typeface="+mn-lt"/>
      </a:defRPr>
    </a:lvl5pPr>
    <a:lvl6pPr marL="2286000" algn="l">
      <a:defRPr sz="1800">
        <a:solidFill>
          <a:schemeClr val="tx1"/>
        </a:solidFill>
        <a:latin typeface="+mn-lt"/>
      </a:defRPr>
    </a:lvl6pPr>
    <a:lvl7pPr marL="2743200" algn="l">
      <a:defRPr sz="1800">
        <a:solidFill>
          <a:schemeClr val="tx1"/>
        </a:solidFill>
        <a:latin typeface="+mn-lt"/>
      </a:defRPr>
    </a:lvl7pPr>
    <a:lvl8pPr marL="3200400" algn="l">
      <a:defRPr sz="1800">
        <a:solidFill>
          <a:schemeClr val="tx1"/>
        </a:solidFill>
        <a:latin typeface="+mn-lt"/>
      </a:defRPr>
    </a:lvl8pPr>
    <a:lvl9pPr marL="3657600" algn="l">
      <a:defRPr sz="18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2D5ABB26-0587-4C30-8999-92F81FD0307C}">
  <a:tblStyle styleId="{2D5ABB26-0587-4C30-8999-92F81FD0307C}" styleName="No Style, No Grid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noFill/>
            </a:ln>
          </a:left>
          <a:right>
            <a:ln w="12700">
              <a:noFill/>
            </a:ln>
          </a:right>
          <a:top>
            <a:ln w="12700">
              <a:noFill/>
            </a:ln>
          </a:top>
          <a:bottom>
            <a:ln w="12700">
              <a:noFill/>
            </a:ln>
          </a:bottom>
          <a:insideH>
            <a:ln w="12700">
              <a:noFill/>
            </a:ln>
          </a:insideH>
          <a:insideV>
            <a:ln w="12700"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lt1"/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lt1"/>
          </a:solidFill>
        </a:fill>
      </a:tcStyle>
    </a:band1V>
    <a:band2V>
      <a:tcStyle>
        <a:tcBdr/>
        <a:fill>
          <a:solidFill>
            <a:schemeClr val="lt1"/>
          </a:solidFill>
        </a:fill>
      </a:tcStyle>
    </a:band2V>
    <a:lastCol>
      <a:tcTxStyle b="on">
        <a:fontRef idx="minor">
          <a:prstClr val="black"/>
        </a:fontRef>
        <a:schemeClr val="dk1"/>
      </a:tcTxStyle>
      <a:tcStyle>
        <a:tcBdr/>
        <a:fill>
          <a:solidFill>
            <a:schemeClr val="lt1"/>
          </a:solidFill>
        </a:fill>
      </a:tcStyle>
    </a:lastCol>
    <a:firstCol>
      <a:tcTxStyle b="on">
        <a:fontRef idx="minor">
          <a:prstClr val="black"/>
        </a:fontRef>
        <a:schemeClr val="dk1"/>
      </a:tcTxStyle>
      <a:tcStyle>
        <a:tcBdr/>
        <a:fill>
          <a:solidFill>
            <a:schemeClr val="lt1"/>
          </a:solidFill>
        </a:fill>
      </a:tcStyle>
    </a:firstCol>
    <a:lastRow>
      <a:tcTxStyle b="on">
        <a:fontRef idx="minor">
          <a:prstClr val="black"/>
        </a:fontRef>
        <a:schemeClr val="dk1"/>
      </a:tcTxStyle>
      <a:tcStyle>
        <a:tcBdr>
          <a:top>
            <a:ln w="12700">
              <a:noFill/>
            </a:ln>
          </a:top>
        </a:tcBdr>
        <a:fill>
          <a:solidFill>
            <a:schemeClr val="l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dk1"/>
      </a:tcTxStyle>
      <a:tcStyle>
        <a:tcBdr>
          <a:bottom>
            <a:ln w="12700">
              <a:noFill/>
            </a:ln>
          </a:bottom>
        </a:tcBdr>
        <a:fill>
          <a:solidFill>
            <a:schemeClr val="l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0" d="6"/>
          <a:sy n="0" d="2"/>
        </p:scale>
        <p:origin x="1219020192" y="0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 /><Relationship Id="rId25" Type="http://schemas.openxmlformats.org/officeDocument/2006/relationships/tableStyles" Target="tableStyles.xml" /><Relationship Id="rId26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050857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22207794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483601007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605143990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209753540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63319494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68586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701053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52511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29630F-29FF-379C-CF86-1109A030504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3831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788700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4054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D034390-6B57-1E47-3A2F-2F50B144DA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0EC13A-7764-BB64-6173-64164E7DD41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6788032-81E7-983C-5569-B0EB9F56E3F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78579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865329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12304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8A2753-9DB3-F266-7643-6CB3353EE91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4584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41071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149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C246B5D-BB23-F500-B8DD-F6D90C3E51B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5827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423313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98400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D5F47-7396-CC4D-A803-28D8652330B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45055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546791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453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F30BFC5-33DF-89B0-F8CF-E953CE3A1EC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76240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159552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77667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2FD0F-9269-E141-9402-B7ED0011B4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4588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725613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5419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0487B7-DE96-E8C9-D752-7960C92B361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25023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346354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840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5C52F7-163F-98DE-9D6F-EB386C6FAE2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482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615107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8321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7B156B-6B74-00E4-B293-200ACB054A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45415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510792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6398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2FD064-9E73-6DE3-1BF2-1CCEA39978C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44300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208281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21321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5F1B6D-361F-583B-285F-F0B54266182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11660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882579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44177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8B74E91-6978-3545-4142-226366457E8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752794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01731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04563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25ABFB-DC2D-C9B8-CD16-90DD5A5C266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2316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14790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52447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5F35AD-7828-40BE-84F1-7816C851D44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808890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027869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23250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A773F1-A45A-E83B-9D11-6462E111F9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990798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782641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0073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81FDF2-2512-FCCB-C97F-23A2F3A5686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itle with Picture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7228713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5218200"/>
            <a:ext cx="11460240" cy="78587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4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4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4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Section Header 2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0164190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4672440"/>
            <a:ext cx="11429640" cy="20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7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037833008" name="PlaceHolder 3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l" defTabSz="914400">
              <a:spcBef>
                <a:spcPts val="1001"/>
              </a:spcBef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algn="l" defTabSz="914400"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algn="l" defTabSz="914400"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  <a:lvl4pPr marL="457200" algn="l" defTabSz="9144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Montserrat"/>
              </a:defRPr>
            </a:lvl4pPr>
            <a:lvl5pPr marL="4572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Montserrat"/>
              </a:defRPr>
            </a:lvl5pPr>
            <a:lvl6pPr marL="4572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Montserrat"/>
              </a:defRPr>
            </a:lvl6pPr>
            <a:lvl7pPr marL="4572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Montserrat"/>
              </a:defRPr>
            </a:lvl7pPr>
          </a:lstStyle>
          <a:p>
            <a:pPr indent="0" algn="l" defTabSz="914400">
              <a:spcBef>
                <a:spcPts val="1001"/>
              </a:spcBef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the outline text format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lvl="1" algn="l" defTabSz="914400"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Outline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2" algn="l" defTabSz="914400"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Outline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3" algn="l" defTabSz="9144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Fourth Outline Level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4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Montserrat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5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Montserrat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6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Montserrat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Agenda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985368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8467200" cy="1554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26493041" name="PlaceHolder 2"/>
          <p:cNvSpPr>
            <a:spLocks noGrp="1"/>
          </p:cNvSpPr>
          <p:nvPr>
            <p:ph type="body"/>
          </p:nvPr>
        </p:nvSpPr>
        <p:spPr bwMode="auto">
          <a:xfrm>
            <a:off x="365760" y="2333880"/>
            <a:ext cx="8467200" cy="368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844525665" name="PlaceHolder 3"/>
          <p:cNvSpPr>
            <a:spLocks noGrp="1"/>
          </p:cNvSpPr>
          <p:nvPr>
            <p:ph type="dt" idx="1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19245447" name="PlaceHolder 4"/>
          <p:cNvSpPr>
            <a:spLocks noGrp="1"/>
          </p:cNvSpPr>
          <p:nvPr>
            <p:ph type="ftr" idx="2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248951694" name="PlaceHolder 5"/>
          <p:cNvSpPr>
            <a:spLocks noGrp="1"/>
          </p:cNvSpPr>
          <p:nvPr>
            <p:ph type="sldNum" idx="3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87C18080-B33E-4073-8615-72D8F5AE8F78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Agenda with Picture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7838657" name="PlaceHolder 1"/>
          <p:cNvSpPr>
            <a:spLocks noGrp="1"/>
          </p:cNvSpPr>
          <p:nvPr>
            <p:ph type="title"/>
          </p:nvPr>
        </p:nvSpPr>
        <p:spPr bwMode="auto">
          <a:xfrm>
            <a:off x="7132320" y="457200"/>
            <a:ext cx="4663080" cy="1554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59691398" name="PlaceHolder 3"/>
          <p:cNvSpPr>
            <a:spLocks noGrp="1"/>
          </p:cNvSpPr>
          <p:nvPr>
            <p:ph type="body"/>
          </p:nvPr>
        </p:nvSpPr>
        <p:spPr bwMode="auto">
          <a:xfrm>
            <a:off x="7132320" y="2743200"/>
            <a:ext cx="4663080" cy="333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809370215" name="PlaceHolder 4"/>
          <p:cNvSpPr>
            <a:spLocks noGrp="1"/>
          </p:cNvSpPr>
          <p:nvPr>
            <p:ph type="dt" idx="4"/>
          </p:nvPr>
        </p:nvSpPr>
        <p:spPr bwMode="auto">
          <a:xfrm>
            <a:off x="7135200" y="6245280"/>
            <a:ext cx="1996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33298878" name="PlaceHolder 5"/>
          <p:cNvSpPr>
            <a:spLocks noGrp="1"/>
          </p:cNvSpPr>
          <p:nvPr>
            <p:ph type="ftr" idx="5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102668783" name="PlaceHolder 6"/>
          <p:cNvSpPr>
            <a:spLocks noGrp="1"/>
          </p:cNvSpPr>
          <p:nvPr>
            <p:ph type="sldNum" idx="6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85CB9569-04AF-4288-8880-64CE52ABE7A3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Agenda with Picture 2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540238" name="PlaceHolder 1"/>
          <p:cNvSpPr>
            <a:spLocks noGrp="1"/>
          </p:cNvSpPr>
          <p:nvPr>
            <p:ph type="title"/>
          </p:nvPr>
        </p:nvSpPr>
        <p:spPr bwMode="auto">
          <a:xfrm>
            <a:off x="364320" y="453960"/>
            <a:ext cx="4114440" cy="191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68986909" name="PlaceHolder 2"/>
          <p:cNvSpPr>
            <a:spLocks noGrp="1"/>
          </p:cNvSpPr>
          <p:nvPr>
            <p:ph type="body"/>
          </p:nvPr>
        </p:nvSpPr>
        <p:spPr bwMode="auto">
          <a:xfrm>
            <a:off x="364320" y="2855160"/>
            <a:ext cx="4114440" cy="333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89333797" name="PlaceHolder 4"/>
          <p:cNvSpPr>
            <a:spLocks noGrp="1"/>
          </p:cNvSpPr>
          <p:nvPr>
            <p:ph type="dt" idx="7"/>
          </p:nvPr>
        </p:nvSpPr>
        <p:spPr bwMode="auto">
          <a:xfrm>
            <a:off x="364320" y="6245280"/>
            <a:ext cx="7747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385075371" name="PlaceHolder 5"/>
          <p:cNvSpPr>
            <a:spLocks noGrp="1"/>
          </p:cNvSpPr>
          <p:nvPr>
            <p:ph type="ftr" idx="8"/>
          </p:nvPr>
        </p:nvSpPr>
        <p:spPr bwMode="auto">
          <a:xfrm>
            <a:off x="1337040" y="6249960"/>
            <a:ext cx="27658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666105243" name="PlaceHolder 6"/>
          <p:cNvSpPr>
            <a:spLocks noGrp="1"/>
          </p:cNvSpPr>
          <p:nvPr>
            <p:ph type="sldNum" idx="9"/>
          </p:nvPr>
        </p:nvSpPr>
        <p:spPr bwMode="auto">
          <a:xfrm>
            <a:off x="405324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BF533E07-937E-4FED-8300-891295843456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2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232609" name="PlaceHolder 1"/>
          <p:cNvSpPr>
            <a:spLocks noGrp="1"/>
          </p:cNvSpPr>
          <p:nvPr>
            <p:ph type="title"/>
          </p:nvPr>
        </p:nvSpPr>
        <p:spPr bwMode="auto">
          <a:xfrm>
            <a:off x="1028520" y="2386080"/>
            <a:ext cx="4324680" cy="245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44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44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44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371071637" name="PlaceHolder 2"/>
          <p:cNvSpPr>
            <a:spLocks noGrp="1"/>
          </p:cNvSpPr>
          <p:nvPr>
            <p:ph type="body"/>
          </p:nvPr>
        </p:nvSpPr>
        <p:spPr bwMode="auto">
          <a:xfrm>
            <a:off x="6273720" y="2386440"/>
            <a:ext cx="4324680" cy="245951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14217564" name="PlaceHolder 3"/>
          <p:cNvSpPr>
            <a:spLocks noGrp="1"/>
          </p:cNvSpPr>
          <p:nvPr>
            <p:ph type="dt" idx="10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519739688" name="PlaceHolder 4"/>
          <p:cNvSpPr>
            <a:spLocks noGrp="1"/>
          </p:cNvSpPr>
          <p:nvPr>
            <p:ph type="ftr" idx="11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84586865" name="PlaceHolder 5"/>
          <p:cNvSpPr>
            <a:spLocks noGrp="1"/>
          </p:cNvSpPr>
          <p:nvPr>
            <p:ph type="sldNum" idx="12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7A28B55B-FA15-48BA-860D-0231187503D9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3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8258563" name="PlaceHolder 1"/>
          <p:cNvSpPr>
            <a:spLocks noGrp="1"/>
          </p:cNvSpPr>
          <p:nvPr>
            <p:ph type="title"/>
          </p:nvPr>
        </p:nvSpPr>
        <p:spPr bwMode="auto">
          <a:xfrm>
            <a:off x="914400" y="2386080"/>
            <a:ext cx="5325840" cy="245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7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645636204" name="PlaceHolder 2"/>
          <p:cNvSpPr>
            <a:spLocks noGrp="1"/>
          </p:cNvSpPr>
          <p:nvPr>
            <p:ph type="body"/>
          </p:nvPr>
        </p:nvSpPr>
        <p:spPr bwMode="auto">
          <a:xfrm>
            <a:off x="6400800" y="2386440"/>
            <a:ext cx="4846320" cy="245951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67824116" name="PlaceHolder 3"/>
          <p:cNvSpPr>
            <a:spLocks noGrp="1"/>
          </p:cNvSpPr>
          <p:nvPr>
            <p:ph type="dt" idx="13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906699827" name="PlaceHolder 4"/>
          <p:cNvSpPr>
            <a:spLocks noGrp="1"/>
          </p:cNvSpPr>
          <p:nvPr>
            <p:ph type="ftr" idx="14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810140321" name="PlaceHolder 5"/>
          <p:cNvSpPr>
            <a:spLocks noGrp="1"/>
          </p:cNvSpPr>
          <p:nvPr>
            <p:ph type="sldNum" idx="15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00E0EBC0-ADA9-4FA7-889C-9287646BC794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4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5335988" name="PlaceHolder 1"/>
          <p:cNvSpPr>
            <a:spLocks noGrp="1"/>
          </p:cNvSpPr>
          <p:nvPr>
            <p:ph type="title"/>
          </p:nvPr>
        </p:nvSpPr>
        <p:spPr bwMode="auto">
          <a:xfrm>
            <a:off x="1028520" y="2258640"/>
            <a:ext cx="3812760" cy="3556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6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6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650838619" name="PlaceHolder 2"/>
          <p:cNvSpPr>
            <a:spLocks noGrp="1"/>
          </p:cNvSpPr>
          <p:nvPr>
            <p:ph type="body"/>
          </p:nvPr>
        </p:nvSpPr>
        <p:spPr bwMode="auto">
          <a:xfrm>
            <a:off x="5519880" y="2254320"/>
            <a:ext cx="4955760" cy="3555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  <a:lvl4pPr marL="685800" indent="0" algn="l" defTabSz="914400">
              <a:lnSpc>
                <a:spcPct val="12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4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685800" indent="0" algn="l" defTabSz="914400">
              <a:lnSpc>
                <a:spcPct val="12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304681380" name="PlaceHolder 3"/>
          <p:cNvSpPr>
            <a:spLocks noGrp="1"/>
          </p:cNvSpPr>
          <p:nvPr>
            <p:ph type="dt" idx="16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649719918" name="PlaceHolder 4"/>
          <p:cNvSpPr>
            <a:spLocks noGrp="1"/>
          </p:cNvSpPr>
          <p:nvPr>
            <p:ph type="ftr" idx="17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67221301" name="PlaceHolder 5"/>
          <p:cNvSpPr>
            <a:spLocks noGrp="1"/>
          </p:cNvSpPr>
          <p:nvPr>
            <p:ph type="sldNum" idx="18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7DA25AB8-FB3A-479C-8780-0B7E5F586C0F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5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4744363" name="PlaceHolder 1"/>
          <p:cNvSpPr>
            <a:spLocks noGrp="1"/>
          </p:cNvSpPr>
          <p:nvPr>
            <p:ph type="title"/>
          </p:nvPr>
        </p:nvSpPr>
        <p:spPr bwMode="auto">
          <a:xfrm>
            <a:off x="614520" y="1371600"/>
            <a:ext cx="4145400" cy="4638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6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Click to </a:t>
            </a: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edit </a:t>
            </a: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Master </a:t>
            </a: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title </a:t>
            </a: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style</a:t>
            </a:r>
            <a:endParaRPr lang="en-US" sz="36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074401271" name="PlaceHolder 2"/>
          <p:cNvSpPr>
            <a:spLocks noGrp="1"/>
          </p:cNvSpPr>
          <p:nvPr>
            <p:ph type="body"/>
          </p:nvPr>
        </p:nvSpPr>
        <p:spPr bwMode="auto">
          <a:xfrm>
            <a:off x="5519880" y="1371600"/>
            <a:ext cx="5681160" cy="4817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87736930" name="PlaceHolder 3"/>
          <p:cNvSpPr>
            <a:spLocks noGrp="1"/>
          </p:cNvSpPr>
          <p:nvPr>
            <p:ph type="dt" idx="19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969855462" name="PlaceHolder 4"/>
          <p:cNvSpPr>
            <a:spLocks noGrp="1"/>
          </p:cNvSpPr>
          <p:nvPr>
            <p:ph type="ftr" idx="20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112460017" name="PlaceHolder 5"/>
          <p:cNvSpPr>
            <a:spLocks noGrp="1"/>
          </p:cNvSpPr>
          <p:nvPr>
            <p:ph type="sldNum" idx="21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5AEFC29A-6C4F-4141-86E3-1A3E2D58E3A2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6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7646028" name="PlaceHolder 1"/>
          <p:cNvSpPr>
            <a:spLocks noGrp="1"/>
          </p:cNvSpPr>
          <p:nvPr>
            <p:ph type="title"/>
          </p:nvPr>
        </p:nvSpPr>
        <p:spPr bwMode="auto">
          <a:xfrm>
            <a:off x="614520" y="731520"/>
            <a:ext cx="4141800" cy="494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6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6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94053136" name="PlaceHolder 2"/>
          <p:cNvSpPr>
            <a:spLocks noGrp="1"/>
          </p:cNvSpPr>
          <p:nvPr>
            <p:ph type="body"/>
          </p:nvPr>
        </p:nvSpPr>
        <p:spPr bwMode="auto">
          <a:xfrm>
            <a:off x="5522760" y="731520"/>
            <a:ext cx="6159240" cy="539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93231970" name="PlaceHolder 3"/>
          <p:cNvSpPr>
            <a:spLocks noGrp="1"/>
          </p:cNvSpPr>
          <p:nvPr>
            <p:ph type="dt" idx="22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104161979" name="PlaceHolder 4"/>
          <p:cNvSpPr>
            <a:spLocks noGrp="1"/>
          </p:cNvSpPr>
          <p:nvPr>
            <p:ph type="ftr" idx="23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88047132" name="PlaceHolder 5"/>
          <p:cNvSpPr>
            <a:spLocks noGrp="1"/>
          </p:cNvSpPr>
          <p:nvPr>
            <p:ph type="sldNum" idx="24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DE19C649-D3E0-46CB-87C1-67136E4226A6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7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350301" name="PlaceHolder 1"/>
          <p:cNvSpPr>
            <a:spLocks noGrp="1"/>
          </p:cNvSpPr>
          <p:nvPr>
            <p:ph type="title"/>
          </p:nvPr>
        </p:nvSpPr>
        <p:spPr bwMode="auto">
          <a:xfrm>
            <a:off x="372600" y="365760"/>
            <a:ext cx="3493800" cy="5719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57431308" name="PlaceHolder 2"/>
          <p:cNvSpPr>
            <a:spLocks noGrp="1"/>
          </p:cNvSpPr>
          <p:nvPr>
            <p:ph type="body"/>
          </p:nvPr>
        </p:nvSpPr>
        <p:spPr bwMode="auto">
          <a:xfrm>
            <a:off x="4504320" y="365760"/>
            <a:ext cx="7314840" cy="5806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3944681" name="PlaceHolder 3"/>
          <p:cNvSpPr>
            <a:spLocks noGrp="1"/>
          </p:cNvSpPr>
          <p:nvPr>
            <p:ph type="dt" idx="25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455586259" name="PlaceHolder 4"/>
          <p:cNvSpPr>
            <a:spLocks noGrp="1"/>
          </p:cNvSpPr>
          <p:nvPr>
            <p:ph type="ftr" idx="26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28688423" name="PlaceHolder 5"/>
          <p:cNvSpPr>
            <a:spLocks noGrp="1"/>
          </p:cNvSpPr>
          <p:nvPr>
            <p:ph type="sldNum" idx="27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20EBE78A-EB3E-401E-81B5-D7F53201DAF3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Content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168992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10653120" cy="1131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794588854" name="PlaceHolder 2"/>
          <p:cNvSpPr>
            <a:spLocks noGrp="1"/>
          </p:cNvSpPr>
          <p:nvPr>
            <p:ph type="body"/>
          </p:nvPr>
        </p:nvSpPr>
        <p:spPr bwMode="auto">
          <a:xfrm>
            <a:off x="365760" y="1554480"/>
            <a:ext cx="10653120" cy="459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836757840" name="PlaceHolder 3"/>
          <p:cNvSpPr>
            <a:spLocks noGrp="1"/>
          </p:cNvSpPr>
          <p:nvPr>
            <p:ph type="dt" idx="28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34401659" name="PlaceHolder 4"/>
          <p:cNvSpPr>
            <a:spLocks noGrp="1"/>
          </p:cNvSpPr>
          <p:nvPr>
            <p:ph type="ftr" idx="29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582814194" name="PlaceHolder 5"/>
          <p:cNvSpPr>
            <a:spLocks noGrp="1"/>
          </p:cNvSpPr>
          <p:nvPr>
            <p:ph type="sldNum" idx="30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EDC07AEC-4DB1-4201-8352-72C66BEDFD24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Content 8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3532630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11459520" cy="191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41996952" name="PlaceHolder 2"/>
          <p:cNvSpPr>
            <a:spLocks noGrp="1"/>
          </p:cNvSpPr>
          <p:nvPr>
            <p:ph type="body"/>
          </p:nvPr>
        </p:nvSpPr>
        <p:spPr bwMode="auto">
          <a:xfrm>
            <a:off x="365760" y="2817360"/>
            <a:ext cx="11459520" cy="333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14319809" name="PlaceHolder 3"/>
          <p:cNvSpPr>
            <a:spLocks noGrp="1"/>
          </p:cNvSpPr>
          <p:nvPr>
            <p:ph type="dt" idx="31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50762173" name="PlaceHolder 4"/>
          <p:cNvSpPr>
            <a:spLocks noGrp="1"/>
          </p:cNvSpPr>
          <p:nvPr>
            <p:ph type="ftr" idx="32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219430615" name="PlaceHolder 5"/>
          <p:cNvSpPr>
            <a:spLocks noGrp="1"/>
          </p:cNvSpPr>
          <p:nvPr>
            <p:ph type="sldNum" idx="33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16691E27-B508-415C-87D0-C4D21ED26529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Content 9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523670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8229240" cy="191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586033189" name="PlaceHolder 2"/>
          <p:cNvSpPr>
            <a:spLocks noGrp="1"/>
          </p:cNvSpPr>
          <p:nvPr>
            <p:ph type="body"/>
          </p:nvPr>
        </p:nvSpPr>
        <p:spPr bwMode="auto">
          <a:xfrm>
            <a:off x="4297680" y="2651760"/>
            <a:ext cx="7447320" cy="3382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556315448" name="PlaceHolder 3"/>
          <p:cNvSpPr>
            <a:spLocks noGrp="1"/>
          </p:cNvSpPr>
          <p:nvPr>
            <p:ph type="dt" idx="34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149638510" name="PlaceHolder 4"/>
          <p:cNvSpPr>
            <a:spLocks noGrp="1"/>
          </p:cNvSpPr>
          <p:nvPr>
            <p:ph type="ftr" idx="35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647213" name="PlaceHolder 5"/>
          <p:cNvSpPr>
            <a:spLocks noGrp="1"/>
          </p:cNvSpPr>
          <p:nvPr>
            <p:ph type="sldNum" idx="36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22295ADB-18B5-42DF-841D-0CD078D9C33A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7344108" name="PlaceHolder 1"/>
          <p:cNvSpPr>
            <a:spLocks noGrp="1"/>
          </p:cNvSpPr>
          <p:nvPr>
            <p:ph type="title"/>
          </p:nvPr>
        </p:nvSpPr>
        <p:spPr bwMode="auto">
          <a:xfrm>
            <a:off x="5538960" y="365760"/>
            <a:ext cx="609300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edit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Master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title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116111676" name="PlaceHolder 3"/>
          <p:cNvSpPr>
            <a:spLocks noGrp="1"/>
          </p:cNvSpPr>
          <p:nvPr>
            <p:ph type="body"/>
          </p:nvPr>
        </p:nvSpPr>
        <p:spPr bwMode="auto">
          <a:xfrm>
            <a:off x="5538960" y="1645920"/>
            <a:ext cx="6071400" cy="448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334791309" name="PlaceHolder 4"/>
          <p:cNvSpPr>
            <a:spLocks noGrp="1"/>
          </p:cNvSpPr>
          <p:nvPr>
            <p:ph type="dt" idx="37"/>
          </p:nvPr>
        </p:nvSpPr>
        <p:spPr bwMode="auto">
          <a:xfrm>
            <a:off x="5538960" y="6245280"/>
            <a:ext cx="3337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03193698" name="PlaceHolder 5"/>
          <p:cNvSpPr>
            <a:spLocks noGrp="1"/>
          </p:cNvSpPr>
          <p:nvPr>
            <p:ph type="ftr" idx="38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0550185" name="PlaceHolder 6"/>
          <p:cNvSpPr>
            <a:spLocks noGrp="1"/>
          </p:cNvSpPr>
          <p:nvPr>
            <p:ph type="sldNum" idx="39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368F4DDF-D2E1-4FB2-8AD5-43352C6D5A27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2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4498196" name="PlaceHolder 1"/>
          <p:cNvSpPr>
            <a:spLocks noGrp="1"/>
          </p:cNvSpPr>
          <p:nvPr>
            <p:ph type="title"/>
          </p:nvPr>
        </p:nvSpPr>
        <p:spPr bwMode="auto">
          <a:xfrm>
            <a:off x="5120640" y="365760"/>
            <a:ext cx="6720480" cy="2742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47257286" name="PlaceHolder 3"/>
          <p:cNvSpPr>
            <a:spLocks noGrp="1"/>
          </p:cNvSpPr>
          <p:nvPr>
            <p:ph type="body"/>
          </p:nvPr>
        </p:nvSpPr>
        <p:spPr bwMode="auto">
          <a:xfrm>
            <a:off x="5120640" y="3474720"/>
            <a:ext cx="6720480" cy="265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11499269" name="PlaceHolder 4"/>
          <p:cNvSpPr>
            <a:spLocks noGrp="1"/>
          </p:cNvSpPr>
          <p:nvPr>
            <p:ph type="dt" idx="40"/>
          </p:nvPr>
        </p:nvSpPr>
        <p:spPr bwMode="auto">
          <a:xfrm>
            <a:off x="5120640" y="6245280"/>
            <a:ext cx="3337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596565472" name="PlaceHolder 5"/>
          <p:cNvSpPr>
            <a:spLocks noGrp="1"/>
          </p:cNvSpPr>
          <p:nvPr>
            <p:ph type="ftr" idx="41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173508918" name="PlaceHolder 6"/>
          <p:cNvSpPr>
            <a:spLocks noGrp="1"/>
          </p:cNvSpPr>
          <p:nvPr>
            <p:ph type="sldNum" idx="42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6A6953B8-55C7-4665-8FBF-ECDD83733D08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3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60005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613512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ck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to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edi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Ma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ste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r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titl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sty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95600613" name="PlaceHolder 2"/>
          <p:cNvSpPr>
            <a:spLocks noGrp="1"/>
          </p:cNvSpPr>
          <p:nvPr>
            <p:ph type="body"/>
          </p:nvPr>
        </p:nvSpPr>
        <p:spPr bwMode="auto">
          <a:xfrm>
            <a:off x="365760" y="1645920"/>
            <a:ext cx="6135120" cy="448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338711527" name="PlaceHolder 3"/>
          <p:cNvSpPr>
            <a:spLocks noGrp="1"/>
          </p:cNvSpPr>
          <p:nvPr>
            <p:ph type="dt" idx="43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965046665" name="PlaceHolder 4"/>
          <p:cNvSpPr>
            <a:spLocks noGrp="1"/>
          </p:cNvSpPr>
          <p:nvPr>
            <p:ph type="ftr" idx="44"/>
          </p:nvPr>
        </p:nvSpPr>
        <p:spPr bwMode="auto">
          <a:xfrm>
            <a:off x="3950640" y="624528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127036430" name="PlaceHolder 5"/>
          <p:cNvSpPr>
            <a:spLocks noGrp="1"/>
          </p:cNvSpPr>
          <p:nvPr>
            <p:ph type="sldNum" idx="45"/>
          </p:nvPr>
        </p:nvSpPr>
        <p:spPr bwMode="auto">
          <a:xfrm>
            <a:off x="6706080" y="624528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99CDF82F-60EF-45A0-8947-957C12429A6D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4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2247788" name="PlaceHolder 1"/>
          <p:cNvSpPr>
            <a:spLocks noGrp="1"/>
          </p:cNvSpPr>
          <p:nvPr>
            <p:ph type="title"/>
          </p:nvPr>
        </p:nvSpPr>
        <p:spPr bwMode="auto">
          <a:xfrm>
            <a:off x="4745880" y="320040"/>
            <a:ext cx="6857640" cy="932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to edit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Master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title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83095070" name="PlaceHolder 3"/>
          <p:cNvSpPr>
            <a:spLocks noGrp="1"/>
          </p:cNvSpPr>
          <p:nvPr>
            <p:ph type="body"/>
          </p:nvPr>
        </p:nvSpPr>
        <p:spPr bwMode="auto">
          <a:xfrm>
            <a:off x="4745880" y="1380600"/>
            <a:ext cx="6857640" cy="4983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43378436" name="PlaceHolder 4"/>
          <p:cNvSpPr>
            <a:spLocks noGrp="1"/>
          </p:cNvSpPr>
          <p:nvPr>
            <p:ph type="dt" idx="46"/>
          </p:nvPr>
        </p:nvSpPr>
        <p:spPr bwMode="auto">
          <a:xfrm>
            <a:off x="4745880" y="624528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3415640" name="PlaceHolder 5"/>
          <p:cNvSpPr>
            <a:spLocks noGrp="1"/>
          </p:cNvSpPr>
          <p:nvPr>
            <p:ph type="ftr" idx="47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091732989" name="PlaceHolder 6"/>
          <p:cNvSpPr>
            <a:spLocks noGrp="1"/>
          </p:cNvSpPr>
          <p:nvPr>
            <p:ph type="sldNum" idx="48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9A504F91-5E24-4533-8C46-E9040BE6CFDE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5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4784050" name="PlaceHolder 1"/>
          <p:cNvSpPr>
            <a:spLocks noGrp="1"/>
          </p:cNvSpPr>
          <p:nvPr>
            <p:ph type="title"/>
          </p:nvPr>
        </p:nvSpPr>
        <p:spPr bwMode="auto">
          <a:xfrm>
            <a:off x="1737360" y="365760"/>
            <a:ext cx="10058040" cy="191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847782187" name="PlaceHolder 3"/>
          <p:cNvSpPr>
            <a:spLocks noGrp="1"/>
          </p:cNvSpPr>
          <p:nvPr>
            <p:ph type="body"/>
          </p:nvPr>
        </p:nvSpPr>
        <p:spPr bwMode="auto">
          <a:xfrm>
            <a:off x="4297680" y="2651760"/>
            <a:ext cx="7497720" cy="3200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39112197" name="PlaceHolder 4"/>
          <p:cNvSpPr>
            <a:spLocks noGrp="1"/>
          </p:cNvSpPr>
          <p:nvPr>
            <p:ph type="dt" idx="49"/>
          </p:nvPr>
        </p:nvSpPr>
        <p:spPr bwMode="auto">
          <a:xfrm>
            <a:off x="1737360" y="624528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20510865" name="PlaceHolder 5"/>
          <p:cNvSpPr>
            <a:spLocks noGrp="1"/>
          </p:cNvSpPr>
          <p:nvPr>
            <p:ph type="ftr" idx="50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981326729" name="PlaceHolder 6"/>
          <p:cNvSpPr>
            <a:spLocks noGrp="1"/>
          </p:cNvSpPr>
          <p:nvPr>
            <p:ph type="sldNum" idx="51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80B408E8-ADF3-42E6-8F57-5214CB404D8B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6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8153356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6857640" cy="932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46181906" name="PlaceHolder 2"/>
          <p:cNvSpPr>
            <a:spLocks noGrp="1"/>
          </p:cNvSpPr>
          <p:nvPr>
            <p:ph type="body"/>
          </p:nvPr>
        </p:nvSpPr>
        <p:spPr bwMode="auto">
          <a:xfrm>
            <a:off x="365760" y="1280160"/>
            <a:ext cx="6857640" cy="4983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4008533" name="PlaceHolder 3"/>
          <p:cNvSpPr>
            <a:spLocks noGrp="1"/>
          </p:cNvSpPr>
          <p:nvPr>
            <p:ph type="dt" idx="52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048541417" name="PlaceHolder 4"/>
          <p:cNvSpPr>
            <a:spLocks noGrp="1"/>
          </p:cNvSpPr>
          <p:nvPr>
            <p:ph type="ftr" idx="53"/>
          </p:nvPr>
        </p:nvSpPr>
        <p:spPr bwMode="auto">
          <a:xfrm>
            <a:off x="4285800" y="624528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446062164" name="PlaceHolder 5"/>
          <p:cNvSpPr>
            <a:spLocks noGrp="1"/>
          </p:cNvSpPr>
          <p:nvPr>
            <p:ph type="sldNum" idx="54"/>
          </p:nvPr>
        </p:nvSpPr>
        <p:spPr bwMode="auto">
          <a:xfrm>
            <a:off x="7041600" y="624528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BD0D9D0D-49BA-49BA-8674-7C0EDC337E17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7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776772" name="PlaceHolder 1"/>
          <p:cNvSpPr>
            <a:spLocks noGrp="1"/>
          </p:cNvSpPr>
          <p:nvPr>
            <p:ph type="title"/>
          </p:nvPr>
        </p:nvSpPr>
        <p:spPr bwMode="auto">
          <a:xfrm>
            <a:off x="7253640" y="365760"/>
            <a:ext cx="4361400" cy="152675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to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edit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Mast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er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title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styl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55441232" name="PlaceHolder 3"/>
          <p:cNvSpPr>
            <a:spLocks noGrp="1"/>
          </p:cNvSpPr>
          <p:nvPr>
            <p:ph type="body"/>
          </p:nvPr>
        </p:nvSpPr>
        <p:spPr bwMode="auto">
          <a:xfrm>
            <a:off x="7253640" y="1920240"/>
            <a:ext cx="4362120" cy="4095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95120768" name="PlaceHolder 4"/>
          <p:cNvSpPr>
            <a:spLocks noGrp="1"/>
          </p:cNvSpPr>
          <p:nvPr>
            <p:ph type="dt" idx="55"/>
          </p:nvPr>
        </p:nvSpPr>
        <p:spPr bwMode="auto">
          <a:xfrm>
            <a:off x="7253640" y="6245280"/>
            <a:ext cx="1622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408061443" name="PlaceHolder 5"/>
          <p:cNvSpPr>
            <a:spLocks noGrp="1"/>
          </p:cNvSpPr>
          <p:nvPr>
            <p:ph type="ftr" idx="56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841203842" name="PlaceHolder 6"/>
          <p:cNvSpPr>
            <a:spLocks noGrp="1"/>
          </p:cNvSpPr>
          <p:nvPr>
            <p:ph type="sldNum" idx="57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43C5D371-FD4E-40A7-8DCF-C807FB4346AA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8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5412114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4361400" cy="152675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75202942" name="PlaceHolder 2"/>
          <p:cNvSpPr>
            <a:spLocks noGrp="1"/>
          </p:cNvSpPr>
          <p:nvPr>
            <p:ph type="body"/>
          </p:nvPr>
        </p:nvSpPr>
        <p:spPr bwMode="auto">
          <a:xfrm>
            <a:off x="365760" y="2011680"/>
            <a:ext cx="4360680" cy="4095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76698176" name="PlaceHolder 3"/>
          <p:cNvSpPr>
            <a:spLocks noGrp="1"/>
          </p:cNvSpPr>
          <p:nvPr>
            <p:ph type="dt" idx="58"/>
          </p:nvPr>
        </p:nvSpPr>
        <p:spPr bwMode="auto">
          <a:xfrm>
            <a:off x="365760" y="6245280"/>
            <a:ext cx="2030759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427194282" name="PlaceHolder 4"/>
          <p:cNvSpPr>
            <a:spLocks noGrp="1"/>
          </p:cNvSpPr>
          <p:nvPr>
            <p:ph type="ftr" idx="59"/>
          </p:nvPr>
        </p:nvSpPr>
        <p:spPr bwMode="auto">
          <a:xfrm>
            <a:off x="2168280" y="624528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20589820" name="PlaceHolder 5"/>
          <p:cNvSpPr>
            <a:spLocks noGrp="1"/>
          </p:cNvSpPr>
          <p:nvPr>
            <p:ph type="sldNum" idx="60"/>
          </p:nvPr>
        </p:nvSpPr>
        <p:spPr bwMode="auto">
          <a:xfrm>
            <a:off x="4923720" y="624528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8B07D1A-5454-4388-84F1-6A17F3F62F9D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itle with Picture 2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512855" name="PlaceHolder 1"/>
          <p:cNvSpPr>
            <a:spLocks noGrp="1"/>
          </p:cNvSpPr>
          <p:nvPr>
            <p:ph type="title"/>
          </p:nvPr>
        </p:nvSpPr>
        <p:spPr bwMode="auto">
          <a:xfrm>
            <a:off x="7169039" y="1129680"/>
            <a:ext cx="4361400" cy="3474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54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54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54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9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4073636" name="PlaceHolder 1"/>
          <p:cNvSpPr>
            <a:spLocks noGrp="1"/>
          </p:cNvSpPr>
          <p:nvPr>
            <p:ph type="title"/>
          </p:nvPr>
        </p:nvSpPr>
        <p:spPr bwMode="auto">
          <a:xfrm>
            <a:off x="7094520" y="365760"/>
            <a:ext cx="4522680" cy="932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14144938" name="PlaceHolder 3"/>
          <p:cNvSpPr>
            <a:spLocks noGrp="1"/>
          </p:cNvSpPr>
          <p:nvPr>
            <p:ph type="body"/>
          </p:nvPr>
        </p:nvSpPr>
        <p:spPr bwMode="auto">
          <a:xfrm>
            <a:off x="7104960" y="1380600"/>
            <a:ext cx="4512240" cy="4983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118491378" name="PlaceHolder 4"/>
          <p:cNvSpPr>
            <a:spLocks noGrp="1"/>
          </p:cNvSpPr>
          <p:nvPr>
            <p:ph type="dt" idx="61"/>
          </p:nvPr>
        </p:nvSpPr>
        <p:spPr bwMode="auto">
          <a:xfrm>
            <a:off x="7104600" y="6245280"/>
            <a:ext cx="17715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104824075" name="PlaceHolder 5"/>
          <p:cNvSpPr>
            <a:spLocks noGrp="1"/>
          </p:cNvSpPr>
          <p:nvPr>
            <p:ph type="ftr" idx="62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55523122" name="PlaceHolder 6"/>
          <p:cNvSpPr>
            <a:spLocks noGrp="1"/>
          </p:cNvSpPr>
          <p:nvPr>
            <p:ph type="sldNum" idx="63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30B1F750-3F22-4D26-85C3-B8C84DDBB963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0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0554703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4571640" cy="932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67715276" name="PlaceHolder 2"/>
          <p:cNvSpPr>
            <a:spLocks noGrp="1"/>
          </p:cNvSpPr>
          <p:nvPr>
            <p:ph type="body"/>
          </p:nvPr>
        </p:nvSpPr>
        <p:spPr bwMode="auto">
          <a:xfrm>
            <a:off x="365760" y="1380600"/>
            <a:ext cx="4571640" cy="4983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137453030" name="PlaceHolder 3"/>
          <p:cNvSpPr>
            <a:spLocks noGrp="1"/>
          </p:cNvSpPr>
          <p:nvPr>
            <p:ph type="dt" idx="64"/>
          </p:nvPr>
        </p:nvSpPr>
        <p:spPr bwMode="auto">
          <a:xfrm>
            <a:off x="365760" y="6245280"/>
            <a:ext cx="2030759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416797865" name="PlaceHolder 4"/>
          <p:cNvSpPr>
            <a:spLocks noGrp="1"/>
          </p:cNvSpPr>
          <p:nvPr>
            <p:ph type="ftr" idx="65"/>
          </p:nvPr>
        </p:nvSpPr>
        <p:spPr bwMode="auto">
          <a:xfrm>
            <a:off x="2168280" y="624528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427640407" name="PlaceHolder 5"/>
          <p:cNvSpPr>
            <a:spLocks noGrp="1"/>
          </p:cNvSpPr>
          <p:nvPr>
            <p:ph type="sldNum" idx="66"/>
          </p:nvPr>
        </p:nvSpPr>
        <p:spPr bwMode="auto">
          <a:xfrm>
            <a:off x="4923720" y="624528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AA66832-02E2-4173-839D-82FD741D2016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1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2522906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51202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8231167" name="PlaceHolder 2"/>
          <p:cNvSpPr>
            <a:spLocks noGrp="1"/>
          </p:cNvSpPr>
          <p:nvPr>
            <p:ph type="body"/>
          </p:nvPr>
        </p:nvSpPr>
        <p:spPr bwMode="auto">
          <a:xfrm>
            <a:off x="365760" y="4572000"/>
            <a:ext cx="512028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02499424" name="PlaceHolder 3"/>
          <p:cNvSpPr>
            <a:spLocks noGrp="1"/>
          </p:cNvSpPr>
          <p:nvPr>
            <p:ph type="dt" idx="67"/>
          </p:nvPr>
        </p:nvSpPr>
        <p:spPr bwMode="auto">
          <a:xfrm>
            <a:off x="365760" y="6245280"/>
            <a:ext cx="2030759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47567262" name="PlaceHolder 4"/>
          <p:cNvSpPr>
            <a:spLocks noGrp="1"/>
          </p:cNvSpPr>
          <p:nvPr>
            <p:ph type="ftr" idx="68"/>
          </p:nvPr>
        </p:nvSpPr>
        <p:spPr bwMode="auto">
          <a:xfrm>
            <a:off x="2168280" y="624528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839396462" name="PlaceHolder 5"/>
          <p:cNvSpPr>
            <a:spLocks noGrp="1"/>
          </p:cNvSpPr>
          <p:nvPr>
            <p:ph type="sldNum" idx="69"/>
          </p:nvPr>
        </p:nvSpPr>
        <p:spPr bwMode="auto">
          <a:xfrm>
            <a:off x="4923720" y="624528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1C430303-3CCE-43A4-8CA2-BA8E9AF31499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2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1088469" name="PlaceHolder 1"/>
          <p:cNvSpPr>
            <a:spLocks noGrp="1"/>
          </p:cNvSpPr>
          <p:nvPr>
            <p:ph type="title"/>
          </p:nvPr>
        </p:nvSpPr>
        <p:spPr bwMode="auto">
          <a:xfrm>
            <a:off x="8212680" y="365760"/>
            <a:ext cx="3401280" cy="152675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19540917" name="PlaceHolder 3"/>
          <p:cNvSpPr>
            <a:spLocks noGrp="1"/>
          </p:cNvSpPr>
          <p:nvPr>
            <p:ph type="body"/>
          </p:nvPr>
        </p:nvSpPr>
        <p:spPr bwMode="auto">
          <a:xfrm>
            <a:off x="8212680" y="2011680"/>
            <a:ext cx="3401280" cy="4095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338489653" name="PlaceHolder 4"/>
          <p:cNvSpPr>
            <a:spLocks noGrp="1"/>
          </p:cNvSpPr>
          <p:nvPr>
            <p:ph type="dt" idx="70"/>
          </p:nvPr>
        </p:nvSpPr>
        <p:spPr bwMode="auto">
          <a:xfrm>
            <a:off x="8212680" y="6245280"/>
            <a:ext cx="9219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7713222" name="PlaceHolder 5"/>
          <p:cNvSpPr>
            <a:spLocks noGrp="1"/>
          </p:cNvSpPr>
          <p:nvPr>
            <p:ph type="ftr" idx="71"/>
          </p:nvPr>
        </p:nvSpPr>
        <p:spPr bwMode="auto">
          <a:xfrm>
            <a:off x="9135000" y="6245280"/>
            <a:ext cx="25466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371450905" name="PlaceHolder 6"/>
          <p:cNvSpPr>
            <a:spLocks noGrp="1"/>
          </p:cNvSpPr>
          <p:nvPr>
            <p:ph type="sldNum" idx="72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0C1550E-EFB3-4BA9-88F5-1D3F0F3DAB54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3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9674627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3401280" cy="152675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43077538" name="PlaceHolder 2"/>
          <p:cNvSpPr>
            <a:spLocks noGrp="1"/>
          </p:cNvSpPr>
          <p:nvPr>
            <p:ph type="body"/>
          </p:nvPr>
        </p:nvSpPr>
        <p:spPr bwMode="auto">
          <a:xfrm>
            <a:off x="365760" y="2011680"/>
            <a:ext cx="3401280" cy="4095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715455327" name="PlaceHolder 3"/>
          <p:cNvSpPr>
            <a:spLocks noGrp="1"/>
          </p:cNvSpPr>
          <p:nvPr>
            <p:ph type="dt" idx="73"/>
          </p:nvPr>
        </p:nvSpPr>
        <p:spPr bwMode="auto">
          <a:xfrm>
            <a:off x="365760" y="6245280"/>
            <a:ext cx="10674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219048891" name="PlaceHolder 4"/>
          <p:cNvSpPr>
            <a:spLocks noGrp="1"/>
          </p:cNvSpPr>
          <p:nvPr>
            <p:ph type="ftr" idx="74"/>
          </p:nvPr>
        </p:nvSpPr>
        <p:spPr bwMode="auto">
          <a:xfrm>
            <a:off x="1204920" y="624528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843593641" name="PlaceHolder 5"/>
          <p:cNvSpPr>
            <a:spLocks noGrp="1"/>
          </p:cNvSpPr>
          <p:nvPr>
            <p:ph type="sldNum" idx="75"/>
          </p:nvPr>
        </p:nvSpPr>
        <p:spPr bwMode="auto">
          <a:xfrm>
            <a:off x="3960360" y="624528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2FE00FB8-2E66-44F2-86B5-9FEC02E12ECF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4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076202" name="PlaceHolder 1"/>
          <p:cNvSpPr>
            <a:spLocks noGrp="1"/>
          </p:cNvSpPr>
          <p:nvPr>
            <p:ph type="title"/>
          </p:nvPr>
        </p:nvSpPr>
        <p:spPr bwMode="auto">
          <a:xfrm>
            <a:off x="8343000" y="1078920"/>
            <a:ext cx="3273120" cy="1942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03450411" name="PlaceHolder 3"/>
          <p:cNvSpPr>
            <a:spLocks noGrp="1"/>
          </p:cNvSpPr>
          <p:nvPr>
            <p:ph type="body"/>
          </p:nvPr>
        </p:nvSpPr>
        <p:spPr bwMode="auto">
          <a:xfrm>
            <a:off x="8344080" y="3099960"/>
            <a:ext cx="3273120" cy="2953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85256060" name="PlaceHolder 4"/>
          <p:cNvSpPr>
            <a:spLocks noGrp="1"/>
          </p:cNvSpPr>
          <p:nvPr>
            <p:ph type="dt" idx="76"/>
          </p:nvPr>
        </p:nvSpPr>
        <p:spPr bwMode="auto">
          <a:xfrm>
            <a:off x="8343000" y="6245280"/>
            <a:ext cx="10033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495556805" name="PlaceHolder 5"/>
          <p:cNvSpPr>
            <a:spLocks noGrp="1"/>
          </p:cNvSpPr>
          <p:nvPr>
            <p:ph type="ftr" idx="77"/>
          </p:nvPr>
        </p:nvSpPr>
        <p:spPr bwMode="auto">
          <a:xfrm>
            <a:off x="9346680" y="6245280"/>
            <a:ext cx="23349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819703390" name="PlaceHolder 6"/>
          <p:cNvSpPr>
            <a:spLocks noGrp="1"/>
          </p:cNvSpPr>
          <p:nvPr>
            <p:ph type="sldNum" idx="78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923023C4-567E-491F-8A3D-80CC48D4D362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5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9280480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5012280"/>
            <a:ext cx="3739680" cy="138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112858092" name="PlaceHolder 3"/>
          <p:cNvSpPr>
            <a:spLocks noGrp="1"/>
          </p:cNvSpPr>
          <p:nvPr>
            <p:ph type="body"/>
          </p:nvPr>
        </p:nvSpPr>
        <p:spPr bwMode="auto">
          <a:xfrm>
            <a:off x="5349240" y="5012280"/>
            <a:ext cx="6400440" cy="138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89445609" name="PlaceHolder 4"/>
          <p:cNvSpPr>
            <a:spLocks noGrp="1"/>
          </p:cNvSpPr>
          <p:nvPr>
            <p:ph type="dt" idx="79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031761909" name="PlaceHolder 5"/>
          <p:cNvSpPr>
            <a:spLocks noGrp="1"/>
          </p:cNvSpPr>
          <p:nvPr>
            <p:ph type="ftr" idx="80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665996155" name="PlaceHolder 6"/>
          <p:cNvSpPr>
            <a:spLocks noGrp="1"/>
          </p:cNvSpPr>
          <p:nvPr>
            <p:ph type="sldNum" idx="81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5C2AC9AD-DDCE-40F9-8CDD-7BB9B3AC88A8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6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1366994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4162320"/>
            <a:ext cx="2953080" cy="189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94858109" name="PlaceHolder 3"/>
          <p:cNvSpPr>
            <a:spLocks noGrp="1"/>
          </p:cNvSpPr>
          <p:nvPr>
            <p:ph type="body"/>
          </p:nvPr>
        </p:nvSpPr>
        <p:spPr bwMode="auto">
          <a:xfrm>
            <a:off x="3977640" y="4162320"/>
            <a:ext cx="7772039" cy="223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102433656" name="PlaceHolder 4"/>
          <p:cNvSpPr>
            <a:spLocks noGrp="1"/>
          </p:cNvSpPr>
          <p:nvPr>
            <p:ph type="dt" idx="82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664898500" name="PlaceHolder 5"/>
          <p:cNvSpPr>
            <a:spLocks noGrp="1"/>
          </p:cNvSpPr>
          <p:nvPr>
            <p:ph type="ftr" idx="83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68513650" name="PlaceHolder 6"/>
          <p:cNvSpPr>
            <a:spLocks noGrp="1"/>
          </p:cNvSpPr>
          <p:nvPr>
            <p:ph type="sldNum" idx="84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BF099934-3C6E-4834-8711-26EE8D9B248D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7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8908127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822960"/>
            <a:ext cx="2953080" cy="189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121831932" name="PlaceHolder 2"/>
          <p:cNvSpPr>
            <a:spLocks noGrp="1"/>
          </p:cNvSpPr>
          <p:nvPr>
            <p:ph type="dt" idx="85"/>
          </p:nvPr>
        </p:nvSpPr>
        <p:spPr bwMode="auto">
          <a:xfrm>
            <a:off x="365760" y="3657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997448223" name="PlaceHolder 3"/>
          <p:cNvSpPr>
            <a:spLocks noGrp="1"/>
          </p:cNvSpPr>
          <p:nvPr>
            <p:ph type="ftr" idx="86"/>
          </p:nvPr>
        </p:nvSpPr>
        <p:spPr bwMode="auto">
          <a:xfrm>
            <a:off x="8640720" y="3657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251548103" name="PlaceHolder 4"/>
          <p:cNvSpPr>
            <a:spLocks noGrp="1"/>
          </p:cNvSpPr>
          <p:nvPr>
            <p:ph type="sldNum" idx="87"/>
          </p:nvPr>
        </p:nvSpPr>
        <p:spPr bwMode="auto">
          <a:xfrm>
            <a:off x="11396520" y="3657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65148C8A-507E-4D43-89E9-81092F1EBE5A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600058570" name="PlaceHolder 5"/>
          <p:cNvSpPr>
            <a:spLocks noGrp="1"/>
          </p:cNvSpPr>
          <p:nvPr>
            <p:ph type="body"/>
          </p:nvPr>
        </p:nvSpPr>
        <p:spPr bwMode="auto">
          <a:xfrm>
            <a:off x="4023360" y="822960"/>
            <a:ext cx="7772039" cy="223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8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707658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10972440" cy="970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57419052" name="PlaceHolder 3"/>
          <p:cNvSpPr>
            <a:spLocks noGrp="1"/>
          </p:cNvSpPr>
          <p:nvPr>
            <p:ph type="body"/>
          </p:nvPr>
        </p:nvSpPr>
        <p:spPr bwMode="auto">
          <a:xfrm>
            <a:off x="7324200" y="1645920"/>
            <a:ext cx="4251600" cy="4428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579104" name="PlaceHolder 4"/>
          <p:cNvSpPr>
            <a:spLocks noGrp="1"/>
          </p:cNvSpPr>
          <p:nvPr>
            <p:ph type="dt" idx="88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885030166" name="PlaceHolder 5"/>
          <p:cNvSpPr>
            <a:spLocks noGrp="1"/>
          </p:cNvSpPr>
          <p:nvPr>
            <p:ph type="ftr" idx="89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86827671" name="PlaceHolder 6"/>
          <p:cNvSpPr>
            <a:spLocks noGrp="1"/>
          </p:cNvSpPr>
          <p:nvPr>
            <p:ph type="sldNum" idx="90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0E0E6B3E-ED6A-4276-8A95-336740F7FAC7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itle with Picture 3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6726267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411480"/>
            <a:ext cx="4654080" cy="373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5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5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5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9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8809537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4672080" cy="145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6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6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753482213" name="PlaceHolder 3"/>
          <p:cNvSpPr>
            <a:spLocks noGrp="1"/>
          </p:cNvSpPr>
          <p:nvPr>
            <p:ph type="body"/>
          </p:nvPr>
        </p:nvSpPr>
        <p:spPr bwMode="auto">
          <a:xfrm>
            <a:off x="6217920" y="365760"/>
            <a:ext cx="5585400" cy="578303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97543533" name="PlaceHolder 4"/>
          <p:cNvSpPr>
            <a:spLocks noGrp="1"/>
          </p:cNvSpPr>
          <p:nvPr>
            <p:ph type="dt" idx="91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34929950" name="PlaceHolder 5"/>
          <p:cNvSpPr>
            <a:spLocks noGrp="1"/>
          </p:cNvSpPr>
          <p:nvPr>
            <p:ph type="ftr" idx="92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856333830" name="PlaceHolder 6"/>
          <p:cNvSpPr>
            <a:spLocks noGrp="1"/>
          </p:cNvSpPr>
          <p:nvPr>
            <p:ph type="sldNum" idx="93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182CF3D-36A9-4E98-86FA-642F87AA66C9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20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0570798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3657240" cy="145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00655396" name="PlaceHolder 3"/>
          <p:cNvSpPr>
            <a:spLocks noGrp="1"/>
          </p:cNvSpPr>
          <p:nvPr>
            <p:ph type="body"/>
          </p:nvPr>
        </p:nvSpPr>
        <p:spPr bwMode="auto">
          <a:xfrm>
            <a:off x="5265000" y="365760"/>
            <a:ext cx="6560640" cy="575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355912396" name="PlaceHolder 4"/>
          <p:cNvSpPr>
            <a:spLocks noGrp="1"/>
          </p:cNvSpPr>
          <p:nvPr>
            <p:ph type="dt" idx="94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2397796" name="PlaceHolder 5"/>
          <p:cNvSpPr>
            <a:spLocks noGrp="1"/>
          </p:cNvSpPr>
          <p:nvPr>
            <p:ph type="ftr" idx="95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317025086" name="PlaceHolder 6"/>
          <p:cNvSpPr>
            <a:spLocks noGrp="1"/>
          </p:cNvSpPr>
          <p:nvPr>
            <p:ph type="sldNum" idx="96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050FFC65-CB8D-40F7-8998-C6E4057DEE46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Number Large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5452896" name="PlaceHolder 1"/>
          <p:cNvSpPr>
            <a:spLocks noGrp="1"/>
          </p:cNvSpPr>
          <p:nvPr>
            <p:ph type="title"/>
          </p:nvPr>
        </p:nvSpPr>
        <p:spPr bwMode="auto">
          <a:xfrm>
            <a:off x="731520" y="4866480"/>
            <a:ext cx="5897520" cy="13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44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44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44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30611597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613800" y="714600"/>
            <a:ext cx="10826280" cy="4334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05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en-US" sz="30500" b="0" u="none" strike="noStrike">
                <a:solidFill>
                  <a:schemeClr val="dk1"/>
                </a:solidFill>
                <a:latin typeface="Montserrat"/>
              </a:rPr>
              <a:t>##%</a:t>
            </a:r>
            <a:endParaRPr lang="en-US" sz="305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Number Large 2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7209698" name="PlaceHolder 1"/>
          <p:cNvSpPr>
            <a:spLocks noGrp="1"/>
          </p:cNvSpPr>
          <p:nvPr>
            <p:ph type="title"/>
          </p:nvPr>
        </p:nvSpPr>
        <p:spPr bwMode="auto">
          <a:xfrm>
            <a:off x="731879" y="4480560"/>
            <a:ext cx="10744920" cy="182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44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44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44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60662385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612720" y="548640"/>
            <a:ext cx="10826280" cy="4334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05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en-US" sz="30500" b="0" u="none" strike="noStrike">
                <a:solidFill>
                  <a:schemeClr val="dk1"/>
                </a:solidFill>
                <a:latin typeface="Montserrat"/>
              </a:rPr>
              <a:t>##%</a:t>
            </a:r>
            <a:endParaRPr lang="en-US" sz="305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Number Large 3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8573950" name="PlaceHolder 1"/>
          <p:cNvSpPr>
            <a:spLocks noGrp="1"/>
          </p:cNvSpPr>
          <p:nvPr>
            <p:ph type="title"/>
          </p:nvPr>
        </p:nvSpPr>
        <p:spPr bwMode="auto">
          <a:xfrm>
            <a:off x="2377440" y="4864680"/>
            <a:ext cx="7525080" cy="154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 defTabSz="914400">
              <a:lnSpc>
                <a:spcPct val="85000"/>
              </a:lnSpc>
              <a:buNone/>
              <a:defRPr lang="en-US" sz="44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85000"/>
              </a:lnSpc>
              <a:buNone/>
              <a:defRPr/>
            </a:pPr>
            <a:r>
              <a:rPr lang="en-US" sz="44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44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351388068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822960" y="640080"/>
            <a:ext cx="10542600" cy="420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lnSpcReduction="9999"/>
          </a:bodyPr>
          <a:lstStyle>
            <a:lvl1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305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30500" b="0" u="none" strike="noStrike">
                <a:solidFill>
                  <a:schemeClr val="dk1"/>
                </a:solidFill>
                <a:latin typeface="Montserrat"/>
              </a:rPr>
              <a:t>##%</a:t>
            </a:r>
            <a:endParaRPr lang="en-US" sz="305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Number Large 4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9888826" name="PlaceHolder 1"/>
          <p:cNvSpPr>
            <a:spLocks noGrp="1"/>
          </p:cNvSpPr>
          <p:nvPr>
            <p:ph type="title"/>
          </p:nvPr>
        </p:nvSpPr>
        <p:spPr bwMode="auto">
          <a:xfrm>
            <a:off x="2377440" y="4864680"/>
            <a:ext cx="7525080" cy="154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 defTabSz="914400">
              <a:lnSpc>
                <a:spcPct val="85000"/>
              </a:lnSpc>
              <a:buNone/>
              <a:defRPr lang="en-US" sz="44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85000"/>
              </a:lnSpc>
              <a:buNone/>
              <a:defRPr/>
            </a:pPr>
            <a:r>
              <a:rPr lang="en-US" sz="44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44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751901910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822960" y="640080"/>
            <a:ext cx="10542600" cy="420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305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30500" b="0" u="none" strike="noStrike">
                <a:solidFill>
                  <a:schemeClr val="dk1"/>
                </a:solidFill>
                <a:latin typeface="Montserrat"/>
              </a:rPr>
              <a:t>##%</a:t>
            </a:r>
            <a:endParaRPr lang="en-US" sz="305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Statement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9028899" name="PlaceHolder 1"/>
          <p:cNvSpPr>
            <a:spLocks noGrp="1"/>
          </p:cNvSpPr>
          <p:nvPr>
            <p:ph type="title"/>
          </p:nvPr>
        </p:nvSpPr>
        <p:spPr bwMode="auto">
          <a:xfrm>
            <a:off x="612720" y="-1134000"/>
            <a:ext cx="10652400" cy="113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15086840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612720" y="631080"/>
            <a:ext cx="8265960" cy="560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7200" b="0" u="none" strike="noStrike" cap="all" spc="-99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6600" b="0" u="none" strike="noStrike" cap="all" spc="-99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6000" b="0" u="none" strike="noStrike" cap="all" spc="-99">
                <a:solidFill>
                  <a:schemeClr val="dk1"/>
                </a:solidFill>
                <a:latin typeface="Montserrat"/>
              </a:defRPr>
            </a:lvl3pPr>
            <a:lvl4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5400" b="0" u="none" strike="noStrike" cap="all" spc="-99">
                <a:solidFill>
                  <a:schemeClr val="dk1"/>
                </a:solidFill>
                <a:latin typeface="Montserrat"/>
              </a:defRPr>
            </a:lvl4pPr>
            <a:lvl5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4800" b="0" u="none" strike="noStrike" cap="all" spc="-99">
                <a:solidFill>
                  <a:schemeClr val="dk1"/>
                </a:solidFill>
                <a:latin typeface="Montserrat"/>
              </a:defRPr>
            </a:lvl5pPr>
          </a:lstStyle>
          <a:p>
            <a: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7200" b="0" u="none" strike="noStrike" cap="all" spc="-99">
                <a:solidFill>
                  <a:schemeClr val="dk1"/>
                </a:solidFill>
                <a:latin typeface="Montserrat"/>
              </a:rPr>
              <a:t>Click to add Statement</a:t>
            </a:r>
            <a:endParaRPr lang="en-US" sz="72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6600" b="0" u="none" strike="noStrike" cap="all" spc="-99">
                <a:solidFill>
                  <a:schemeClr val="dk1"/>
                </a:solidFill>
                <a:latin typeface="Montserrat"/>
              </a:rPr>
              <a:t>Second level</a:t>
            </a:r>
            <a:endParaRPr lang="en-US" sz="66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6000" b="0" u="none" strike="noStrike" cap="all" spc="-99">
                <a:solidFill>
                  <a:schemeClr val="dk1"/>
                </a:solidFill>
                <a:latin typeface="Montserrat"/>
              </a:rPr>
              <a:t>Third level</a:t>
            </a:r>
            <a:endParaRPr lang="en-US" sz="60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5400" b="0" u="none" strike="noStrike" cap="all" spc="-99">
                <a:solidFill>
                  <a:schemeClr val="dk1"/>
                </a:solidFill>
                <a:latin typeface="Montserrat"/>
              </a:rPr>
              <a:t>Fourth level</a:t>
            </a:r>
            <a:endParaRPr lang="en-US" sz="54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4800" b="0" u="none" strike="noStrike" cap="all" spc="-99">
                <a:solidFill>
                  <a:schemeClr val="dk1"/>
                </a:solidFill>
                <a:latin typeface="Montserrat"/>
              </a:rPr>
              <a:t>Fifth level</a:t>
            </a:r>
            <a:endParaRPr lang="en-US" sz="4800" b="0" u="none" strike="noStrike" cap="all" spc="-9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98430731" name="PlaceHolder 3"/>
          <p:cNvSpPr>
            <a:spLocks noGrp="1"/>
          </p:cNvSpPr>
          <p:nvPr>
            <p:ph type="dt" idx="97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573525909" name="PlaceHolder 4"/>
          <p:cNvSpPr>
            <a:spLocks noGrp="1"/>
          </p:cNvSpPr>
          <p:nvPr>
            <p:ph type="ftr" idx="98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851953113" name="PlaceHolder 5"/>
          <p:cNvSpPr>
            <a:spLocks noGrp="1"/>
          </p:cNvSpPr>
          <p:nvPr>
            <p:ph type="sldNum" idx="99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203CD53F-EE68-499D-80F7-97DB425BF9A4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Statement 2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2016240" name="PlaceHolder 1"/>
          <p:cNvSpPr>
            <a:spLocks noGrp="1"/>
          </p:cNvSpPr>
          <p:nvPr>
            <p:ph type="title"/>
          </p:nvPr>
        </p:nvSpPr>
        <p:spPr bwMode="auto">
          <a:xfrm>
            <a:off x="612720" y="-1134000"/>
            <a:ext cx="10652400" cy="113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24199155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365760" y="1929240"/>
            <a:ext cx="8265960" cy="414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7200" b="0" u="none" strike="noStrike" cap="all" spc="-99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6600" b="0" u="none" strike="noStrike" cap="all" spc="-99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6000" b="0" u="none" strike="noStrike" cap="all" spc="-99">
                <a:solidFill>
                  <a:schemeClr val="dk1"/>
                </a:solidFill>
                <a:latin typeface="Montserrat"/>
              </a:defRPr>
            </a:lvl3pPr>
            <a:lvl4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5400" b="0" u="none" strike="noStrike" cap="all" spc="-99">
                <a:solidFill>
                  <a:schemeClr val="dk1"/>
                </a:solidFill>
                <a:latin typeface="Montserrat"/>
              </a:defRPr>
            </a:lvl4pPr>
            <a:lvl5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4800" b="0" u="none" strike="noStrike" cap="all" spc="-99">
                <a:solidFill>
                  <a:schemeClr val="dk1"/>
                </a:solidFill>
                <a:latin typeface="Montserrat"/>
              </a:defRPr>
            </a:lvl5pPr>
          </a:lstStyle>
          <a:p>
            <a: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7200" b="0" u="none" strike="noStrike" cap="all" spc="-99">
                <a:solidFill>
                  <a:schemeClr val="dk1"/>
                </a:solidFill>
                <a:latin typeface="Montserrat"/>
              </a:rPr>
              <a:t>Click to add Statement</a:t>
            </a:r>
            <a:endParaRPr lang="en-US" sz="72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6600" b="0" u="none" strike="noStrike" cap="all" spc="-99">
                <a:solidFill>
                  <a:schemeClr val="dk1"/>
                </a:solidFill>
                <a:latin typeface="Montserrat"/>
              </a:rPr>
              <a:t>Second level</a:t>
            </a:r>
            <a:endParaRPr lang="en-US" sz="66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6000" b="0" u="none" strike="noStrike" cap="all" spc="-99">
                <a:solidFill>
                  <a:schemeClr val="dk1"/>
                </a:solidFill>
                <a:latin typeface="Montserrat"/>
              </a:rPr>
              <a:t>Third level</a:t>
            </a:r>
            <a:endParaRPr lang="en-US" sz="60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5400" b="0" u="none" strike="noStrike" cap="all" spc="-99">
                <a:solidFill>
                  <a:schemeClr val="dk1"/>
                </a:solidFill>
                <a:latin typeface="Montserrat"/>
              </a:rPr>
              <a:t>Fourth level</a:t>
            </a:r>
            <a:endParaRPr lang="en-US" sz="54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4800" b="0" u="none" strike="noStrike" cap="all" spc="-99">
                <a:solidFill>
                  <a:schemeClr val="dk1"/>
                </a:solidFill>
                <a:latin typeface="Montserrat"/>
              </a:rPr>
              <a:t>Fifth level</a:t>
            </a:r>
            <a:endParaRPr lang="en-US" sz="4800" b="0" u="none" strike="noStrike" cap="all" spc="-9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71712988" name="PlaceHolder 3"/>
          <p:cNvSpPr>
            <a:spLocks noGrp="1"/>
          </p:cNvSpPr>
          <p:nvPr>
            <p:ph type="dt" idx="100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485135521" name="PlaceHolder 4"/>
          <p:cNvSpPr>
            <a:spLocks noGrp="1"/>
          </p:cNvSpPr>
          <p:nvPr>
            <p:ph type="ftr" idx="101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088704103" name="PlaceHolder 5"/>
          <p:cNvSpPr>
            <a:spLocks noGrp="1"/>
          </p:cNvSpPr>
          <p:nvPr>
            <p:ph type="sldNum" idx="102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691B332F-F5B6-40AA-8F5A-FD0A086FD773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Statement 3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3507846" name="PlaceHolder 1"/>
          <p:cNvSpPr>
            <a:spLocks noGrp="1"/>
          </p:cNvSpPr>
          <p:nvPr>
            <p:ph type="title"/>
          </p:nvPr>
        </p:nvSpPr>
        <p:spPr bwMode="auto">
          <a:xfrm>
            <a:off x="612720" y="-1134000"/>
            <a:ext cx="10652400" cy="113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1758681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365760" y="365760"/>
            <a:ext cx="8265960" cy="560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7200" b="0" u="none" strike="noStrike" cap="all" spc="-99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6600" b="0" u="none" strike="noStrike" cap="all" spc="-99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6000" b="0" u="none" strike="noStrike" cap="all" spc="-99">
                <a:solidFill>
                  <a:schemeClr val="dk1"/>
                </a:solidFill>
                <a:latin typeface="Montserrat"/>
              </a:defRPr>
            </a:lvl3pPr>
            <a:lvl4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5400" b="0" u="none" strike="noStrike" cap="all" spc="-99">
                <a:solidFill>
                  <a:schemeClr val="dk1"/>
                </a:solidFill>
                <a:latin typeface="Montserrat"/>
              </a:defRPr>
            </a:lvl4pPr>
            <a:lvl5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4800" b="0" u="none" strike="noStrike" cap="all" spc="-99">
                <a:solidFill>
                  <a:schemeClr val="dk1"/>
                </a:solidFill>
                <a:latin typeface="Montserrat"/>
              </a:defRPr>
            </a:lvl5pPr>
          </a:lstStyle>
          <a:p>
            <a: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7200" b="0" u="none" strike="noStrike" cap="all" spc="-99">
                <a:solidFill>
                  <a:schemeClr val="dk1"/>
                </a:solidFill>
                <a:latin typeface="Montserrat"/>
              </a:rPr>
              <a:t>Click to add Statement</a:t>
            </a:r>
            <a:endParaRPr lang="en-US" sz="72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6600" b="0" u="none" strike="noStrike" cap="all" spc="-99">
                <a:solidFill>
                  <a:schemeClr val="dk1"/>
                </a:solidFill>
                <a:latin typeface="Montserrat"/>
              </a:rPr>
              <a:t>Second level</a:t>
            </a:r>
            <a:endParaRPr lang="en-US" sz="66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6000" b="0" u="none" strike="noStrike" cap="all" spc="-99">
                <a:solidFill>
                  <a:schemeClr val="dk1"/>
                </a:solidFill>
                <a:latin typeface="Montserrat"/>
              </a:rPr>
              <a:t>Third level</a:t>
            </a:r>
            <a:endParaRPr lang="en-US" sz="60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5400" b="0" u="none" strike="noStrike" cap="all" spc="-99">
                <a:solidFill>
                  <a:schemeClr val="dk1"/>
                </a:solidFill>
                <a:latin typeface="Montserrat"/>
              </a:rPr>
              <a:t>Fourth level</a:t>
            </a:r>
            <a:endParaRPr lang="en-US" sz="54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4800" b="0" u="none" strike="noStrike" cap="all" spc="-99">
                <a:solidFill>
                  <a:schemeClr val="dk1"/>
                </a:solidFill>
                <a:latin typeface="Montserrat"/>
              </a:rPr>
              <a:t>Fifth level</a:t>
            </a:r>
            <a:endParaRPr lang="en-US" sz="4800" b="0" u="none" strike="noStrike" cap="all" spc="-9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760074340" name="PlaceHolder 3"/>
          <p:cNvSpPr>
            <a:spLocks noGrp="1"/>
          </p:cNvSpPr>
          <p:nvPr>
            <p:ph type="dt" idx="103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430409485" name="PlaceHolder 4"/>
          <p:cNvSpPr>
            <a:spLocks noGrp="1"/>
          </p:cNvSpPr>
          <p:nvPr>
            <p:ph type="ftr" idx="104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071489810" name="PlaceHolder 5"/>
          <p:cNvSpPr>
            <a:spLocks noGrp="1"/>
          </p:cNvSpPr>
          <p:nvPr>
            <p:ph type="sldNum" idx="105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A1BFE736-D6A6-4817-8566-8C2844B02326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Statement 4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9959884" name="PlaceHolder 1"/>
          <p:cNvSpPr>
            <a:spLocks noGrp="1"/>
          </p:cNvSpPr>
          <p:nvPr>
            <p:ph type="title"/>
          </p:nvPr>
        </p:nvSpPr>
        <p:spPr bwMode="auto">
          <a:xfrm>
            <a:off x="612720" y="-1134000"/>
            <a:ext cx="10652400" cy="113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ck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to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edi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Ma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ste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r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titl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sty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795325370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609480" y="685800"/>
            <a:ext cx="10972440" cy="548603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9600" b="0" u="none" strike="noStrike" cap="all" spc="-99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8800" b="0" u="none" strike="noStrike" cap="all" spc="-99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8000" b="0" u="none" strike="noStrike" cap="all" spc="-99">
                <a:solidFill>
                  <a:schemeClr val="dk1"/>
                </a:solidFill>
                <a:latin typeface="Montserrat"/>
              </a:defRPr>
            </a:lvl3pPr>
            <a:lvl4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7200" b="0" u="none" strike="noStrike" cap="all" spc="-99">
                <a:solidFill>
                  <a:schemeClr val="dk1"/>
                </a:solidFill>
                <a:latin typeface="Montserrat"/>
              </a:defRPr>
            </a:lvl4pPr>
            <a:lvl5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6600" b="0" u="none" strike="noStrike" cap="all" spc="-99">
                <a:solidFill>
                  <a:schemeClr val="dk1"/>
                </a:solidFill>
                <a:latin typeface="Montserrat"/>
              </a:defRPr>
            </a:lvl5pPr>
          </a:lstStyle>
          <a:p>
            <a: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9600" b="0" u="none" strike="noStrike" cap="all" spc="-99">
                <a:solidFill>
                  <a:schemeClr val="dk1"/>
                </a:solidFill>
                <a:latin typeface="Montserrat"/>
              </a:rPr>
              <a:t>Click to add Statement</a:t>
            </a:r>
            <a:endParaRPr lang="en-US" sz="96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8800" b="0" u="none" strike="noStrike" cap="all" spc="-99">
                <a:solidFill>
                  <a:schemeClr val="dk1"/>
                </a:solidFill>
                <a:latin typeface="Montserrat"/>
              </a:rPr>
              <a:t>Second level</a:t>
            </a:r>
            <a:endParaRPr lang="en-US" sz="88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8000" b="0" u="none" strike="noStrike" cap="all" spc="-99">
                <a:solidFill>
                  <a:schemeClr val="dk1"/>
                </a:solidFill>
                <a:latin typeface="Montserrat"/>
              </a:rPr>
              <a:t>Third level</a:t>
            </a:r>
            <a:endParaRPr lang="en-US" sz="80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7200" b="0" u="none" strike="noStrike" cap="all" spc="-99">
                <a:solidFill>
                  <a:schemeClr val="dk1"/>
                </a:solidFill>
                <a:latin typeface="Montserrat"/>
              </a:rPr>
              <a:t>Fourth level</a:t>
            </a:r>
            <a:endParaRPr lang="en-US" sz="72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6600" b="0" u="none" strike="noStrike" cap="all" spc="-99">
                <a:solidFill>
                  <a:schemeClr val="dk1"/>
                </a:solidFill>
                <a:latin typeface="Montserrat"/>
              </a:rPr>
              <a:t>Fifth level</a:t>
            </a:r>
            <a:endParaRPr lang="en-US" sz="6600" b="0" u="none" strike="noStrike" cap="all" spc="-9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13222687" name="PlaceHolder 3"/>
          <p:cNvSpPr>
            <a:spLocks noGrp="1"/>
          </p:cNvSpPr>
          <p:nvPr>
            <p:ph type="dt" idx="106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87335727" name="PlaceHolder 4"/>
          <p:cNvSpPr>
            <a:spLocks noGrp="1"/>
          </p:cNvSpPr>
          <p:nvPr>
            <p:ph type="ftr" idx="107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325445615" name="PlaceHolder 5"/>
          <p:cNvSpPr>
            <a:spLocks noGrp="1"/>
          </p:cNvSpPr>
          <p:nvPr>
            <p:ph type="sldNum" idx="108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04408867-09B0-4554-86EC-BA90E8B096ED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itle with Picture 4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1101276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454320"/>
            <a:ext cx="9966600" cy="20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7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Click </a:t>
            </a: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to </a:t>
            </a: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edit </a:t>
            </a: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Maste</a:t>
            </a: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r title </a:t>
            </a: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style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88088717" name="PlaceHolder 3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l" defTabSz="914400">
              <a:spcBef>
                <a:spcPts val="1001"/>
              </a:spcBef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algn="l" defTabSz="914400"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algn="l" defTabSz="914400"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  <a:lvl4pPr marL="457200" algn="l" defTabSz="9144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Montserrat"/>
              </a:defRPr>
            </a:lvl4pPr>
            <a:lvl5pPr marL="4572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Montserrat"/>
              </a:defRPr>
            </a:lvl5pPr>
            <a:lvl6pPr marL="4572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Montserrat"/>
              </a:defRPr>
            </a:lvl6pPr>
            <a:lvl7pPr marL="4572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Montserrat"/>
              </a:defRPr>
            </a:lvl7pPr>
          </a:lstStyle>
          <a:p>
            <a:pPr indent="0" algn="l" defTabSz="914400">
              <a:spcBef>
                <a:spcPts val="1001"/>
              </a:spcBef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the outline text format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lvl="1" algn="l" defTabSz="914400"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Outline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2" algn="l" defTabSz="914400"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Outline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3" algn="l" defTabSz="9144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Fourth Outline Level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4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Montserrat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5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Montserrat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6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Montserrat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Quote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0963241" name="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685800" y="694800"/>
            <a:ext cx="8969760" cy="46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120000"/>
              </a:lnSpc>
              <a:buNone/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120000"/>
              </a:lnSpc>
              <a:buNone/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Quote Author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738753687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685800" y="1364040"/>
            <a:ext cx="8969760" cy="4762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 lang="en-US" sz="8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/>
            </a:pPr>
            <a:r>
              <a:rPr lang="en-US" sz="8000" b="0" u="none" strike="noStrike" cap="all" spc="-150">
                <a:solidFill>
                  <a:schemeClr val="dk1"/>
                </a:solidFill>
                <a:latin typeface="Montserrat"/>
              </a:rPr>
              <a:t>Click to add Quote</a:t>
            </a:r>
            <a:endParaRPr lang="en-US" sz="8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Quote 2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5005380" name="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1676880" y="5349240"/>
            <a:ext cx="9043200" cy="46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120000"/>
              </a:lnSpc>
              <a:buNone/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120000"/>
              </a:lnSpc>
              <a:buNone/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Quote Author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65477074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1499759" y="1344240"/>
            <a:ext cx="9198360" cy="329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add Quote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135320325" name="PlaceHolder 3"/>
          <p:cNvSpPr>
            <a:spLocks noGrp="1"/>
          </p:cNvSpPr>
          <p:nvPr>
            <p:ph type="dt" idx="109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25311734" name="PlaceHolder 4"/>
          <p:cNvSpPr>
            <a:spLocks noGrp="1"/>
          </p:cNvSpPr>
          <p:nvPr>
            <p:ph type="ftr" idx="110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13324917" name="PlaceHolder 5"/>
          <p:cNvSpPr>
            <a:spLocks noGrp="1"/>
          </p:cNvSpPr>
          <p:nvPr>
            <p:ph type="sldNum" idx="111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10F23F0-484E-4363-81C2-31E54F47BFBA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Quote 3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1258885" name="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365760" y="5212080"/>
            <a:ext cx="8805240" cy="46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120000"/>
              </a:lnSpc>
              <a:buNone/>
              <a:defRPr lang="en-US" sz="1600" b="1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120000"/>
              </a:lnSpc>
              <a:buNone/>
              <a:defRPr/>
            </a:pPr>
            <a:r>
              <a:rPr lang="en-US" sz="1600" b="1" u="none" strike="noStrike">
                <a:solidFill>
                  <a:schemeClr val="dk1"/>
                </a:solidFill>
                <a:latin typeface="Montserrat"/>
              </a:rPr>
              <a:t>Quote Author</a:t>
            </a:r>
            <a:endParaRPr lang="en-US" sz="1600" b="1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23842873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365760" y="1097280"/>
            <a:ext cx="8960760" cy="3474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add Quote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527355753" name="PlaceHolder 3"/>
          <p:cNvSpPr>
            <a:spLocks noGrp="1"/>
          </p:cNvSpPr>
          <p:nvPr>
            <p:ph type="dt" idx="112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650484773" name="PlaceHolder 4"/>
          <p:cNvSpPr>
            <a:spLocks noGrp="1"/>
          </p:cNvSpPr>
          <p:nvPr>
            <p:ph type="ftr" idx="113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070755887" name="PlaceHolder 5"/>
          <p:cNvSpPr>
            <a:spLocks noGrp="1"/>
          </p:cNvSpPr>
          <p:nvPr>
            <p:ph type="sldNum" idx="114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655E1DA4-DE86-4FD0-8289-3F23C1813841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Quote 4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3696870" name="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685800" y="694800"/>
            <a:ext cx="8969760" cy="46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120000"/>
              </a:lnSpc>
              <a:buNone/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120000"/>
              </a:lnSpc>
              <a:buNone/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Quote Author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85343807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685800" y="1364040"/>
            <a:ext cx="8969760" cy="4762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 lang="en-US" sz="8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/>
            </a:pPr>
            <a:r>
              <a:rPr lang="en-US" sz="8000" b="0" u="none" strike="noStrike" cap="all" spc="-150">
                <a:solidFill>
                  <a:schemeClr val="dk1"/>
                </a:solidFill>
                <a:latin typeface="Montserrat"/>
              </a:rPr>
              <a:t>Click to add Quote</a:t>
            </a:r>
            <a:endParaRPr lang="en-US" sz="8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wo Content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814678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10740960" cy="1131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738681863" name="PlaceHolder 2"/>
          <p:cNvSpPr>
            <a:spLocks noGrp="1"/>
          </p:cNvSpPr>
          <p:nvPr>
            <p:ph type="body"/>
          </p:nvPr>
        </p:nvSpPr>
        <p:spPr bwMode="auto">
          <a:xfrm>
            <a:off x="36576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86159241" name="PlaceHolder 3"/>
          <p:cNvSpPr>
            <a:spLocks noGrp="1"/>
          </p:cNvSpPr>
          <p:nvPr>
            <p:ph type="body"/>
          </p:nvPr>
        </p:nvSpPr>
        <p:spPr bwMode="auto">
          <a:xfrm>
            <a:off x="66232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94103724" name="PlaceHolder 4"/>
          <p:cNvSpPr>
            <a:spLocks noGrp="1"/>
          </p:cNvSpPr>
          <p:nvPr>
            <p:ph type="dt" idx="115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558063711" name="PlaceHolder 5"/>
          <p:cNvSpPr>
            <a:spLocks noGrp="1"/>
          </p:cNvSpPr>
          <p:nvPr>
            <p:ph type="ftr" idx="116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824260595" name="PlaceHolder 6"/>
          <p:cNvSpPr>
            <a:spLocks noGrp="1"/>
          </p:cNvSpPr>
          <p:nvPr>
            <p:ph type="sldNum" idx="117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5620AE5D-26E0-4427-8B74-ED1CD1B1432A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wo Content with Picture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159382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1554480"/>
            <a:ext cx="11459520" cy="1131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70916260" name="PlaceHolder 3"/>
          <p:cNvSpPr>
            <a:spLocks noGrp="1"/>
          </p:cNvSpPr>
          <p:nvPr>
            <p:ph type="body"/>
          </p:nvPr>
        </p:nvSpPr>
        <p:spPr bwMode="auto">
          <a:xfrm>
            <a:off x="365760" y="3017519"/>
            <a:ext cx="5577480" cy="3108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91478048" name="PlaceHolder 4"/>
          <p:cNvSpPr>
            <a:spLocks noGrp="1"/>
          </p:cNvSpPr>
          <p:nvPr>
            <p:ph type="body"/>
          </p:nvPr>
        </p:nvSpPr>
        <p:spPr bwMode="auto">
          <a:xfrm>
            <a:off x="6270480" y="3017519"/>
            <a:ext cx="5577480" cy="3108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85814208" name="PlaceHolder 5"/>
          <p:cNvSpPr>
            <a:spLocks noGrp="1"/>
          </p:cNvSpPr>
          <p:nvPr>
            <p:ph type="dt" idx="118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040958621" name="PlaceHolder 6"/>
          <p:cNvSpPr>
            <a:spLocks noGrp="1"/>
          </p:cNvSpPr>
          <p:nvPr>
            <p:ph type="ftr" idx="119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377552303" name="PlaceHolder 7"/>
          <p:cNvSpPr>
            <a:spLocks noGrp="1"/>
          </p:cNvSpPr>
          <p:nvPr>
            <p:ph type="sldNum" idx="120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F6877F8-734C-4D3A-8419-A123B2A17A97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mparison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458818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10745280" cy="114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56379691" name="PlaceHolder 2"/>
          <p:cNvSpPr>
            <a:spLocks noGrp="1"/>
          </p:cNvSpPr>
          <p:nvPr>
            <p:ph type="body"/>
          </p:nvPr>
        </p:nvSpPr>
        <p:spPr bwMode="auto">
          <a:xfrm>
            <a:off x="365760" y="1685880"/>
            <a:ext cx="5157360" cy="55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000" b="1" u="none" strike="noStrike" cap="all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2000" b="1" u="none" strike="noStrike" cap="all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87399622" name="PlaceHolder 3"/>
          <p:cNvSpPr>
            <a:spLocks noGrp="1"/>
          </p:cNvSpPr>
          <p:nvPr>
            <p:ph type="body"/>
          </p:nvPr>
        </p:nvSpPr>
        <p:spPr bwMode="auto">
          <a:xfrm>
            <a:off x="6622920" y="1685880"/>
            <a:ext cx="5182920" cy="55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92500" lnSpcReduction="9999"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000" b="1" u="none" strike="noStrike" cap="all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2000" b="1" u="none" strike="noStrike" cap="all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51255441" name="PlaceHolder 4"/>
          <p:cNvSpPr>
            <a:spLocks noGrp="1"/>
          </p:cNvSpPr>
          <p:nvPr>
            <p:ph type="body"/>
          </p:nvPr>
        </p:nvSpPr>
        <p:spPr bwMode="auto">
          <a:xfrm>
            <a:off x="365760" y="2387519"/>
            <a:ext cx="5157360" cy="3763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15806005" name="PlaceHolder 5"/>
          <p:cNvSpPr>
            <a:spLocks noGrp="1"/>
          </p:cNvSpPr>
          <p:nvPr>
            <p:ph type="body"/>
          </p:nvPr>
        </p:nvSpPr>
        <p:spPr bwMode="auto">
          <a:xfrm>
            <a:off x="6622920" y="2387519"/>
            <a:ext cx="5182920" cy="3763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92252441" name="PlaceHolder 6"/>
          <p:cNvSpPr>
            <a:spLocks noGrp="1"/>
          </p:cNvSpPr>
          <p:nvPr>
            <p:ph type="dt" idx="121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057876113" name="PlaceHolder 7"/>
          <p:cNvSpPr>
            <a:spLocks noGrp="1"/>
          </p:cNvSpPr>
          <p:nvPr>
            <p:ph type="ftr" idx="122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92341525" name="PlaceHolder 8"/>
          <p:cNvSpPr>
            <a:spLocks noGrp="1"/>
          </p:cNvSpPr>
          <p:nvPr>
            <p:ph type="sldNum" idx="123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149300A4-0CB5-446D-8487-06F154FB54B8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0170111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10653120" cy="1131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6313898" name="PlaceHolder 2"/>
          <p:cNvSpPr>
            <a:spLocks noGrp="1"/>
          </p:cNvSpPr>
          <p:nvPr>
            <p:ph type="dt" idx="124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020632557" name="PlaceHolder 3"/>
          <p:cNvSpPr>
            <a:spLocks noGrp="1"/>
          </p:cNvSpPr>
          <p:nvPr>
            <p:ph type="ftr" idx="125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652735286" name="PlaceHolder 4"/>
          <p:cNvSpPr>
            <a:spLocks noGrp="1"/>
          </p:cNvSpPr>
          <p:nvPr>
            <p:ph type="sldNum" idx="126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DB0B5805-7DE6-4708-8296-8F2CCA642C1D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465476" name="PlaceHolder 1"/>
          <p:cNvSpPr>
            <a:spLocks noGrp="1"/>
          </p:cNvSpPr>
          <p:nvPr>
            <p:ph type="dt" idx="127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16297246" name="PlaceHolder 2"/>
          <p:cNvSpPr>
            <a:spLocks noGrp="1"/>
          </p:cNvSpPr>
          <p:nvPr>
            <p:ph type="ftr" idx="128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501015982" name="PlaceHolder 3"/>
          <p:cNvSpPr>
            <a:spLocks noGrp="1"/>
          </p:cNvSpPr>
          <p:nvPr>
            <p:ph type="sldNum" idx="129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DD01431D-2C74-44F3-8142-A8124A8B1C96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Caption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1151687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3595320" cy="175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28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28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28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87165507" name="PlaceHolder 2"/>
          <p:cNvSpPr>
            <a:spLocks noGrp="1"/>
          </p:cNvSpPr>
          <p:nvPr>
            <p:ph type="body"/>
          </p:nvPr>
        </p:nvSpPr>
        <p:spPr bwMode="auto">
          <a:xfrm>
            <a:off x="365760" y="2194560"/>
            <a:ext cx="3595320" cy="399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46761499" name="PlaceHolder 3"/>
          <p:cNvSpPr>
            <a:spLocks noGrp="1"/>
          </p:cNvSpPr>
          <p:nvPr>
            <p:ph type="body"/>
          </p:nvPr>
        </p:nvSpPr>
        <p:spPr bwMode="auto">
          <a:xfrm>
            <a:off x="5394960" y="365760"/>
            <a:ext cx="6440039" cy="575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2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24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818689036" name="PlaceHolder 4"/>
          <p:cNvSpPr>
            <a:spLocks noGrp="1"/>
          </p:cNvSpPr>
          <p:nvPr>
            <p:ph type="dt" idx="130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336031500" name="PlaceHolder 5"/>
          <p:cNvSpPr>
            <a:spLocks noGrp="1"/>
          </p:cNvSpPr>
          <p:nvPr>
            <p:ph type="ftr" idx="131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214779989" name="PlaceHolder 6"/>
          <p:cNvSpPr>
            <a:spLocks noGrp="1"/>
          </p:cNvSpPr>
          <p:nvPr>
            <p:ph type="sldNum" idx="132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430CD23B-68B4-40A6-8368-DDDD2449B5E3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1009097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457200"/>
            <a:ext cx="7478640" cy="363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7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55715287" name="PlaceHolder 2"/>
          <p:cNvSpPr>
            <a:spLocks noGrp="1"/>
          </p:cNvSpPr>
          <p:nvPr>
            <p:ph type="dt" idx="133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22123976" name="PlaceHolder 3"/>
          <p:cNvSpPr>
            <a:spLocks noGrp="1"/>
          </p:cNvSpPr>
          <p:nvPr>
            <p:ph type="ftr" idx="134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336888918" name="PlaceHolder 4"/>
          <p:cNvSpPr>
            <a:spLocks noGrp="1"/>
          </p:cNvSpPr>
          <p:nvPr>
            <p:ph type="sldNum" idx="135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D31C2FFA-1945-4F29-869A-4253E5ABA7D4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Picture with Caption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5020315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3595320" cy="2211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28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28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28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85146659" name="PlaceHolder 2"/>
          <p:cNvSpPr>
            <a:spLocks noGrp="1"/>
          </p:cNvSpPr>
          <p:nvPr>
            <p:ph type="body"/>
          </p:nvPr>
        </p:nvSpPr>
        <p:spPr bwMode="auto">
          <a:xfrm>
            <a:off x="365760" y="2651760"/>
            <a:ext cx="3585240" cy="3434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50610729" name="PlaceHolder 4"/>
          <p:cNvSpPr>
            <a:spLocks noGrp="1"/>
          </p:cNvSpPr>
          <p:nvPr>
            <p:ph type="dt" idx="136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2453353" name="PlaceHolder 5"/>
          <p:cNvSpPr>
            <a:spLocks noGrp="1"/>
          </p:cNvSpPr>
          <p:nvPr>
            <p:ph type="ftr" idx="137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018004564" name="PlaceHolder 6"/>
          <p:cNvSpPr>
            <a:spLocks noGrp="1"/>
          </p:cNvSpPr>
          <p:nvPr>
            <p:ph type="sldNum" idx="138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2E9DDDEE-6660-4724-8A47-DFA371611119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clusion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129947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1847160"/>
            <a:ext cx="7341840" cy="113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97200976" name="PlaceHolder 2"/>
          <p:cNvSpPr>
            <a:spLocks noGrp="1"/>
          </p:cNvSpPr>
          <p:nvPr>
            <p:ph type="body"/>
          </p:nvPr>
        </p:nvSpPr>
        <p:spPr bwMode="auto">
          <a:xfrm>
            <a:off x="365760" y="3291840"/>
            <a:ext cx="10890000" cy="2742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43911986" name="PlaceHolder 3"/>
          <p:cNvSpPr>
            <a:spLocks noGrp="1"/>
          </p:cNvSpPr>
          <p:nvPr>
            <p:ph type="dt" idx="139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972025713" name="PlaceHolder 4"/>
          <p:cNvSpPr>
            <a:spLocks noGrp="1"/>
          </p:cNvSpPr>
          <p:nvPr>
            <p:ph type="ftr" idx="140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74875720" name="PlaceHolder 5"/>
          <p:cNvSpPr>
            <a:spLocks noGrp="1"/>
          </p:cNvSpPr>
          <p:nvPr>
            <p:ph type="sldNum" idx="141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A48AFEAF-8010-4C9F-87E2-A5E11F42CFE2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clusion 2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3309401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1627200"/>
            <a:ext cx="8430480" cy="184175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04527562" name="PlaceHolder 2"/>
          <p:cNvSpPr>
            <a:spLocks noGrp="1"/>
          </p:cNvSpPr>
          <p:nvPr>
            <p:ph type="body"/>
          </p:nvPr>
        </p:nvSpPr>
        <p:spPr bwMode="auto">
          <a:xfrm>
            <a:off x="365760" y="3622680"/>
            <a:ext cx="8430120" cy="127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  <a:lvl4pPr marL="685800" indent="0" algn="l" defTabSz="914400">
              <a:lnSpc>
                <a:spcPct val="12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Montserrat"/>
              </a:defRPr>
            </a:lvl4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685800" indent="0" algn="l" defTabSz="914400">
              <a:lnSpc>
                <a:spcPct val="12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069680700" name="PlaceHolder 3"/>
          <p:cNvSpPr>
            <a:spLocks noGrp="1"/>
          </p:cNvSpPr>
          <p:nvPr>
            <p:ph type="dt" idx="142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967294865" name="PlaceHolder 4"/>
          <p:cNvSpPr>
            <a:spLocks noGrp="1"/>
          </p:cNvSpPr>
          <p:nvPr>
            <p:ph type="ftr" idx="143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853109597" name="PlaceHolder 5"/>
          <p:cNvSpPr>
            <a:spLocks noGrp="1"/>
          </p:cNvSpPr>
          <p:nvPr>
            <p:ph type="sldNum" idx="144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423AEAA3-57F8-4872-845A-C500D94F2B4F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2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88742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854280"/>
            <a:ext cx="7876080" cy="359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7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886835213" name="PlaceHolder 2"/>
          <p:cNvSpPr>
            <a:spLocks noGrp="1"/>
          </p:cNvSpPr>
          <p:nvPr>
            <p:ph type="dt" idx="145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46716631" name="PlaceHolder 3"/>
          <p:cNvSpPr>
            <a:spLocks noGrp="1"/>
          </p:cNvSpPr>
          <p:nvPr>
            <p:ph type="ftr" idx="146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55599947" name="PlaceHolder 4"/>
          <p:cNvSpPr>
            <a:spLocks noGrp="1"/>
          </p:cNvSpPr>
          <p:nvPr>
            <p:ph type="sldNum" idx="147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2069462A-16FC-45F6-8D74-2E4E00BC14FB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3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6374348" name="PlaceHolder 1"/>
          <p:cNvSpPr>
            <a:spLocks noGrp="1"/>
          </p:cNvSpPr>
          <p:nvPr>
            <p:ph type="title"/>
          </p:nvPr>
        </p:nvSpPr>
        <p:spPr bwMode="auto">
          <a:xfrm>
            <a:off x="1981080" y="1318320"/>
            <a:ext cx="8229240" cy="262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85000"/>
              </a:lnSpc>
              <a:buNone/>
              <a:defRPr lang="en-US" sz="7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85000"/>
              </a:lnSpc>
              <a:buNone/>
              <a:defRPr/>
            </a:pP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01415568" name="PlaceHolder 2"/>
          <p:cNvSpPr>
            <a:spLocks noGrp="1"/>
          </p:cNvSpPr>
          <p:nvPr>
            <p:ph type="dt" idx="148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80396944" name="PlaceHolder 3"/>
          <p:cNvSpPr>
            <a:spLocks noGrp="1"/>
          </p:cNvSpPr>
          <p:nvPr>
            <p:ph type="ftr" idx="149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78218184" name="PlaceHolder 4"/>
          <p:cNvSpPr>
            <a:spLocks noGrp="1"/>
          </p:cNvSpPr>
          <p:nvPr>
            <p:ph type="sldNum" idx="150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776F6775-7A10-40C3-8F9D-301C10DE308E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Section Header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4223355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1554480"/>
            <a:ext cx="7772039" cy="4571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7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58891658" name="PlaceHolder 2"/>
          <p:cNvSpPr>
            <a:spLocks noGrp="1"/>
          </p:cNvSpPr>
          <p:nvPr>
            <p:ph type="dt" idx="151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562568608" name="PlaceHolder 3"/>
          <p:cNvSpPr>
            <a:spLocks noGrp="1"/>
          </p:cNvSpPr>
          <p:nvPr>
            <p:ph type="ftr" idx="152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609421949" name="PlaceHolder 4"/>
          <p:cNvSpPr>
            <a:spLocks noGrp="1"/>
          </p:cNvSpPr>
          <p:nvPr>
            <p:ph type="sldNum" idx="153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D164741F-6600-4BB4-8422-B47BE1C6B4B1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Modular maximalism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  <p:sldLayoutId id="2147483699" r:id="rId51"/>
    <p:sldLayoutId id="2147483700" r:id="rId52"/>
    <p:sldLayoutId id="2147483701" r:id="rId53"/>
    <p:sldLayoutId id="2147483702" r:id="rId54"/>
    <p:sldLayoutId id="2147483703" r:id="rId55"/>
    <p:sldLayoutId id="2147483704" r:id="rId56"/>
    <p:sldLayoutId id="2147483705" r:id="rId57"/>
    <p:sldLayoutId id="2147483706" r:id="rId58"/>
    <p:sldLayoutId id="2147483707" r:id="rId59"/>
    <p:sldLayoutId id="2147483708" r:id="rId60"/>
    <p:sldLayoutId id="2147483709" r:id="rId61"/>
    <p:sldLayoutId id="2147483710" r:id="rId6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Montserrat"/>
        <a:buChar char="•"/>
        <a:defRPr sz="28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Montserrat"/>
        <a:buChar char="•"/>
        <a:defRPr sz="24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Montserrat"/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Montserrat"/>
        <a:buChar char="•"/>
        <a:defRPr sz="18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Montserrat"/>
        <a:buChar char="•"/>
        <a:defRPr sz="18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Montserrat"/>
        <a:buChar char="•"/>
        <a:defRPr sz="18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Montserrat"/>
        <a:buChar char="•"/>
        <a:defRPr sz="18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Montserrat"/>
        <a:buChar char="•"/>
        <a:defRPr sz="18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Montserrat"/>
        <a:buChar char="•"/>
        <a:defRPr sz="1800">
          <a:solidFill>
            <a:schemeClr val="tx1"/>
          </a:solidFill>
          <a:latin typeface="+mn-lt"/>
        </a:defRPr>
      </a:lvl9pPr>
    </p:bodyStyle>
    <p:otherStyle>
      <a:lvl1pPr marL="0" algn="l">
        <a:defRPr sz="1800">
          <a:solidFill>
            <a:schemeClr val="tx1"/>
          </a:solidFill>
          <a:latin typeface="+mn-lt"/>
        </a:defRPr>
      </a:lvl1pPr>
      <a:lvl2pPr marL="457200" algn="l">
        <a:defRPr sz="1800">
          <a:solidFill>
            <a:schemeClr val="tx1"/>
          </a:solidFill>
          <a:latin typeface="+mn-lt"/>
        </a:defRPr>
      </a:lvl2pPr>
      <a:lvl3pPr marL="914400" algn="l">
        <a:defRPr sz="1800">
          <a:solidFill>
            <a:schemeClr val="tx1"/>
          </a:solidFill>
          <a:latin typeface="+mn-lt"/>
        </a:defRPr>
      </a:lvl3pPr>
      <a:lvl4pPr marL="1371600" algn="l">
        <a:defRPr sz="1800">
          <a:solidFill>
            <a:schemeClr val="tx1"/>
          </a:solidFill>
          <a:latin typeface="+mn-lt"/>
        </a:defRPr>
      </a:lvl4pPr>
      <a:lvl5pPr marL="1828800" algn="l">
        <a:defRPr sz="1800">
          <a:solidFill>
            <a:schemeClr val="tx1"/>
          </a:solidFill>
          <a:latin typeface="+mn-lt"/>
        </a:defRPr>
      </a:lvl5pPr>
      <a:lvl6pPr marL="2286000" algn="l">
        <a:defRPr sz="1800">
          <a:solidFill>
            <a:schemeClr val="tx1"/>
          </a:solidFill>
          <a:latin typeface="+mn-lt"/>
        </a:defRPr>
      </a:lvl6pPr>
      <a:lvl7pPr marL="2743200" algn="l">
        <a:defRPr sz="1800">
          <a:solidFill>
            <a:schemeClr val="tx1"/>
          </a:solidFill>
          <a:latin typeface="+mn-lt"/>
        </a:defRPr>
      </a:lvl7pPr>
      <a:lvl8pPr marL="3200400" algn="l">
        <a:defRPr sz="1800">
          <a:solidFill>
            <a:schemeClr val="tx1"/>
          </a:solidFill>
          <a:latin typeface="+mn-lt"/>
        </a:defRPr>
      </a:lvl8pPr>
      <a:lvl9pPr marL="3657600" algn="l">
        <a:defRPr sz="18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.jp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6.jp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1968928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454320"/>
            <a:ext cx="9966600" cy="20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id-ID" sz="7000" b="0" u="none" strike="noStrike" cap="all" spc="-150">
                <a:solidFill>
                  <a:schemeClr val="dk1"/>
                </a:solidFill>
                <a:latin typeface="Montserrat"/>
              </a:rPr>
              <a:t>Sandbox and </a:t>
            </a:r>
            <a:br>
              <a:rPr lang="id-ID" sz="7000" b="0" u="none" strike="noStrike" cap="all" spc="-150">
                <a:solidFill>
                  <a:schemeClr val="dk1"/>
                </a:solidFill>
                <a:latin typeface="Montserrat"/>
              </a:rPr>
            </a:br>
            <a:r>
              <a:rPr lang="id-ID" sz="7000" b="0" u="none" strike="noStrike" cap="all" spc="-150">
                <a:solidFill>
                  <a:schemeClr val="dk1"/>
                </a:solidFill>
                <a:latin typeface="Montserrat"/>
              </a:rPr>
              <a:t>out of the box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21065249" name="PlaceHolder 2"/>
          <p:cNvSpPr>
            <a:spLocks noGrp="1"/>
          </p:cNvSpPr>
          <p:nvPr>
            <p:ph type="subTitle"/>
          </p:nvPr>
        </p:nvSpPr>
        <p:spPr bwMode="auto">
          <a:xfrm flipH="0" flipV="0">
            <a:off x="9469800" y="554040"/>
            <a:ext cx="2124000" cy="198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r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id-ID" sz="1400" b="0" u="none" strike="noStrike">
                <a:solidFill>
                  <a:schemeClr val="dk1"/>
                </a:solidFill>
                <a:latin typeface="Montserrat"/>
              </a:rPr>
              <a:t>Pembelajaran Alamiyah Mustaqbal Way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pic>
        <p:nvPicPr>
          <p:cNvPr id="2080315370" name="Picture Placeholder 5"/>
          <p:cNvPicPr>
            <a:picLocks noChangeAspect="1"/>
          </p:cNvPicPr>
          <p:nvPr/>
        </p:nvPicPr>
        <p:blipFill rotWithShape="1">
          <a:blip r:embed="rId3">
            <a:alphaModFix amt="60000"/>
          </a:blip>
          <a:srcRect l="0" t="33729" r="0" b="-10751"/>
          <a:stretch/>
        </p:blipFill>
        <p:spPr bwMode="auto">
          <a:xfrm>
            <a:off x="0" y="2535120"/>
            <a:ext cx="12191760" cy="62596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5698725" name="PlaceHolder 1"/>
          <p:cNvSpPr>
            <a:spLocks noGrp="1"/>
          </p:cNvSpPr>
          <p:nvPr>
            <p:ph hasCustomPrompt="1"/>
          </p:nvPr>
        </p:nvSpPr>
        <p:spPr bwMode="auto">
          <a:xfrm>
            <a:off x="609480" y="1761480"/>
            <a:ext cx="10972440" cy="1392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id-ID" sz="9600" b="0" u="none" strike="noStrike" cap="all" spc="-99">
                <a:solidFill>
                  <a:schemeClr val="dk1"/>
                </a:solidFill>
                <a:latin typeface="Montserrat"/>
              </a:rPr>
              <a:t>Understand</a:t>
            </a:r>
            <a:endParaRPr lang="en-US" sz="9600" b="0" u="none" strike="noStrike" cap="all" spc="-9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371265238" name="Title 1"/>
          <p:cNvSpPr/>
          <p:nvPr/>
        </p:nvSpPr>
        <p:spPr bwMode="auto">
          <a:xfrm flipH="0" flipV="0">
            <a:off x="886799" y="1078920"/>
            <a:ext cx="10470839" cy="68256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t">
            <a:noAutofit/>
          </a:bodyPr>
          <a:lstStyle/>
          <a:p>
            <a:pPr defTabSz="914400">
              <a:lnSpc>
                <a:spcPct val="85000"/>
              </a:lnSpc>
              <a:defRPr/>
            </a:pPr>
            <a:r>
              <a:rPr lang="id-ID" sz="4400" b="0" u="none" strike="noStrike" cap="all" spc="-150">
                <a:solidFill>
                  <a:schemeClr val="dk1"/>
                </a:solidFill>
                <a:latin typeface="Montserrat"/>
              </a:rPr>
              <a:t>What is to…</a:t>
            </a:r>
            <a:endParaRPr lang="en-US" sz="4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471496314" name="Content Placeholder 5"/>
          <p:cNvSpPr/>
          <p:nvPr/>
        </p:nvSpPr>
        <p:spPr bwMode="auto">
          <a:xfrm>
            <a:off x="971669" y="3004200"/>
            <a:ext cx="1791360" cy="3017519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t">
            <a:noAutofit/>
          </a:bodyPr>
          <a:lstStyle/>
          <a:p>
            <a:pPr defTabSz="914400">
              <a:lnSpc>
                <a:spcPct val="85000"/>
              </a:lnSpc>
              <a:spcBef>
                <a:spcPts val="1001"/>
              </a:spcBef>
              <a:tabLst>
                <a:tab pos="0" algn="l"/>
              </a:tabLst>
              <a:defRPr/>
            </a:pPr>
            <a:r>
              <a:rPr lang="id-ID" sz="20000" b="0" u="none" strike="noStrike" cap="all" spc="-99">
                <a:solidFill>
                  <a:schemeClr val="dk1"/>
                </a:solidFill>
                <a:latin typeface="Montserrat"/>
              </a:rPr>
              <a:t>?</a:t>
            </a:r>
            <a:endParaRPr lang="en-US" sz="200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459395378" name="PlaceHolder 2"/>
          <p:cNvSpPr>
            <a:spLocks noGrp="1"/>
          </p:cNvSpPr>
          <p:nvPr>
            <p:ph type="title"/>
          </p:nvPr>
        </p:nvSpPr>
        <p:spPr bwMode="auto">
          <a:xfrm>
            <a:off x="612720" y="-1134000"/>
            <a:ext cx="10652400" cy="113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5000"/>
              </a:lnSpc>
              <a:buNone/>
              <a:defRPr/>
            </a:pP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4434481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143125" y="623887"/>
            <a:ext cx="7905749" cy="56102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2055765" name="PlaceHolder 2"/>
          <p:cNvSpPr>
            <a:spLocks noGrp="1"/>
          </p:cNvSpPr>
          <p:nvPr>
            <p:ph type="body" hasCustomPrompt="1"/>
          </p:nvPr>
        </p:nvSpPr>
        <p:spPr bwMode="auto"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defRPr/>
            </a:pPr>
            <a:r>
              <a:rPr/>
              <a:t>Ini halaman demo integral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648977" name="Shape 311"/>
          <p:cNvSpPr/>
          <p:nvPr/>
        </p:nvSpPr>
        <p:spPr bwMode="auto">
          <a:xfrm>
            <a:off x="4800600" y="457200"/>
            <a:ext cx="1828800" cy="114300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38160">
            <a:solidFill>
              <a:srgbClr val="729FC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94849659" name="Shape 312"/>
          <p:cNvSpPr/>
          <p:nvPr/>
        </p:nvSpPr>
        <p:spPr bwMode="auto">
          <a:xfrm>
            <a:off x="7543800" y="2057400"/>
            <a:ext cx="1600200" cy="1600200"/>
          </a:xfrm>
          <a:prstGeom prst="ellipse">
            <a:avLst/>
          </a:prstGeom>
          <a:solidFill>
            <a:srgbClr val="C5000B"/>
          </a:solidFill>
          <a:ln w="38160">
            <a:solidFill>
              <a:srgbClr val="C5000B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918438523" name="Shape 313"/>
          <p:cNvSpPr/>
          <p:nvPr/>
        </p:nvSpPr>
        <p:spPr bwMode="auto">
          <a:xfrm>
            <a:off x="6858000" y="4800600"/>
            <a:ext cx="1828800" cy="1143000"/>
          </a:xfrm>
          <a:prstGeom prst="parallelogram">
            <a:avLst>
              <a:gd name="adj" fmla="val 40000"/>
            </a:avLst>
          </a:prstGeom>
          <a:solidFill>
            <a:srgbClr val="729FCF"/>
          </a:solidFill>
          <a:ln w="38160">
            <a:solidFill>
              <a:srgbClr val="729FC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478196624" name="Shape 314"/>
          <p:cNvSpPr/>
          <p:nvPr/>
        </p:nvSpPr>
        <p:spPr bwMode="auto">
          <a:xfrm>
            <a:off x="3657600" y="4800600"/>
            <a:ext cx="1828800" cy="1143000"/>
          </a:xfrm>
          <a:custGeom>
            <a:avLst/>
            <a:gdLst/>
            <a:ahLst/>
            <a:cxnLst/>
            <a:rect l="l" t="t" r="r" b="b"/>
            <a:pathLst>
              <a:path w="21600" h="21600" fill="norm" stroke="1" extrusionOk="0">
                <a:moveTo>
                  <a:pt x="0" y="0"/>
                </a:moveTo>
                <a:lnTo>
                  <a:pt x="21600" y="0"/>
                </a:lnTo>
                <a:lnTo>
                  <a:pt x="16200" y="21600"/>
                </a:lnTo>
                <a:lnTo>
                  <a:pt x="5400" y="21600"/>
                </a:lnTo>
                <a:close/>
              </a:path>
            </a:pathLst>
          </a:custGeom>
          <a:solidFill>
            <a:srgbClr val="4B1F6F"/>
          </a:solidFill>
          <a:ln w="38160">
            <a:solidFill>
              <a:srgbClr val="4B1F6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956739627" name="Shape 315"/>
          <p:cNvSpPr/>
          <p:nvPr/>
        </p:nvSpPr>
        <p:spPr bwMode="auto">
          <a:xfrm>
            <a:off x="2743200" y="2057400"/>
            <a:ext cx="1371600" cy="1371600"/>
          </a:xfrm>
          <a:prstGeom prst="pentagon">
            <a:avLst>
              <a:gd name="hf" fmla="val 105146"/>
              <a:gd name="vf" fmla="val 11055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567839842" name="Shape 316"/>
          <p:cNvSpPr/>
          <p:nvPr/>
        </p:nvSpPr>
        <p:spPr bwMode="auto">
          <a:xfrm rot="2836200">
            <a:off x="7089120" y="1247759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43471192" name="Shape 317"/>
          <p:cNvSpPr/>
          <p:nvPr/>
        </p:nvSpPr>
        <p:spPr bwMode="auto">
          <a:xfrm rot="5999398">
            <a:off x="7833960" y="369756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219987254" name="Shape 318"/>
          <p:cNvSpPr/>
          <p:nvPr/>
        </p:nvSpPr>
        <p:spPr bwMode="auto">
          <a:xfrm rot="10758600">
            <a:off x="5733000" y="488880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429876589" name="Shape 319"/>
          <p:cNvSpPr/>
          <p:nvPr/>
        </p:nvSpPr>
        <p:spPr bwMode="auto">
          <a:xfrm rot="15752400">
            <a:off x="3197160" y="371520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293625054" name="Shape 320"/>
          <p:cNvSpPr/>
          <p:nvPr/>
        </p:nvSpPr>
        <p:spPr bwMode="auto">
          <a:xfrm rot="19283400">
            <a:off x="3904200" y="125748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277488900" name="Content Placeholder 4"/>
          <p:cNvSpPr txBox="1"/>
          <p:nvPr/>
        </p:nvSpPr>
        <p:spPr bwMode="auto">
          <a:xfrm>
            <a:off x="4038840" y="2743200"/>
            <a:ext cx="3733560" cy="13924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 defTabSz="914400">
              <a:lnSpc>
                <a:spcPct val="85000"/>
              </a:lnSpc>
              <a:spcBef>
                <a:spcPts val="1001"/>
              </a:spcBef>
              <a:tabLst>
                <a:tab pos="0" algn="l"/>
              </a:tabLst>
              <a:defRPr/>
            </a:pPr>
            <a:r>
              <a:rPr lang="id-ID" sz="7200" b="0" u="none" strike="noStrike" cap="all" spc="-99">
                <a:solidFill>
                  <a:schemeClr val="dk1"/>
                </a:solidFill>
                <a:latin typeface="Montserrat"/>
              </a:rPr>
              <a:t>POLA</a:t>
            </a:r>
            <a:endParaRPr lang="en-US" sz="7200" b="0" u="none" strike="noStrike" cap="all" spc="-99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6492442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055687" y="153675"/>
            <a:ext cx="10080624" cy="63236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90393306" name=""/>
          <p:cNvPicPr>
            <a:picLocks noChangeAspect="1"/>
          </p:cNvPicPr>
          <p:nvPr/>
        </p:nvPicPr>
        <p:blipFill rotWithShape="1">
          <a:blip r:embed="rId3"/>
          <a:srcRect l="26174" t="0" r="26616" b="0"/>
          <a:stretch/>
        </p:blipFill>
        <p:spPr bwMode="auto">
          <a:xfrm flipH="0" flipV="0">
            <a:off x="398824" y="180974"/>
            <a:ext cx="1533788" cy="6496049"/>
          </a:xfrm>
          <a:prstGeom prst="rect">
            <a:avLst/>
          </a:prstGeom>
        </p:spPr>
      </p:pic>
      <p:pic>
        <p:nvPicPr>
          <p:cNvPr id="71733757" name=""/>
          <p:cNvPicPr>
            <a:picLocks noChangeAspect="1"/>
          </p:cNvPicPr>
          <p:nvPr/>
        </p:nvPicPr>
        <p:blipFill rotWithShape="1">
          <a:blip r:embed="rId3"/>
          <a:srcRect l="26173" t="1537" r="26616" b="92003"/>
          <a:stretch/>
        </p:blipFill>
        <p:spPr bwMode="auto">
          <a:xfrm flipH="0" flipV="0">
            <a:off x="2529556" y="-222249"/>
            <a:ext cx="8530636" cy="2333624"/>
          </a:xfrm>
          <a:prstGeom prst="rect">
            <a:avLst/>
          </a:prstGeom>
        </p:spPr>
      </p:pic>
      <p:pic>
        <p:nvPicPr>
          <p:cNvPr id="782235356" name=""/>
          <p:cNvPicPr>
            <a:picLocks noChangeAspect="1"/>
          </p:cNvPicPr>
          <p:nvPr/>
        </p:nvPicPr>
        <p:blipFill rotWithShape="1">
          <a:blip r:embed="rId3"/>
          <a:srcRect l="26067" t="88899" r="26721" b="0"/>
          <a:stretch/>
        </p:blipFill>
        <p:spPr bwMode="auto">
          <a:xfrm flipH="0" flipV="0">
            <a:off x="2202488" y="2359024"/>
            <a:ext cx="9184771" cy="43179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0243479" name="PlaceHolder 1"/>
          <p:cNvSpPr>
            <a:spLocks noGrp="1"/>
          </p:cNvSpPr>
          <p:nvPr>
            <p:ph/>
          </p:nvPr>
        </p:nvSpPr>
        <p:spPr bwMode="auto">
          <a:xfrm>
            <a:off x="685800" y="457200"/>
            <a:ext cx="10744200" cy="685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/>
            </a:pPr>
            <a:r>
              <a:rPr lang="en-US" sz="4200" b="0" u="none" strike="noStrike" cap="all" spc="-150">
                <a:solidFill>
                  <a:schemeClr val="dk1"/>
                </a:solidFill>
                <a:latin typeface="Montserrat"/>
              </a:rPr>
              <a:t>POLA YANG DIBUTUHKAN</a:t>
            </a:r>
            <a:endParaRPr lang="en-US" sz="4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01753937" name="Shape 323"/>
          <p:cNvSpPr/>
          <p:nvPr/>
        </p:nvSpPr>
        <p:spPr bwMode="auto">
          <a:xfrm flipH="0" flipV="0">
            <a:off x="914220" y="1671637"/>
            <a:ext cx="1828800" cy="771524"/>
          </a:xfrm>
          <a:prstGeom prst="roundRect">
            <a:avLst>
              <a:gd name="adj" fmla="val 1666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STANDAR AGAMA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336142066" name="Shape 324"/>
          <p:cNvSpPr/>
          <p:nvPr/>
        </p:nvSpPr>
        <p:spPr bwMode="auto">
          <a:xfrm flipH="0" flipV="0">
            <a:off x="913860" y="2898011"/>
            <a:ext cx="1828800" cy="771524"/>
          </a:xfrm>
          <a:prstGeom prst="roundRect">
            <a:avLst>
              <a:gd name="adj" fmla="val 16667"/>
            </a:avLst>
          </a:prstGeom>
          <a:solidFill>
            <a:srgbClr val="FF420E"/>
          </a:solidFill>
          <a:ln w="38160">
            <a:solidFill>
              <a:srgbClr val="FF420E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STANDAR LINGKUNGAN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263391825" name="Shape 325"/>
          <p:cNvSpPr/>
          <p:nvPr/>
        </p:nvSpPr>
        <p:spPr bwMode="auto">
          <a:xfrm flipH="0" flipV="0">
            <a:off x="914220" y="4124385"/>
            <a:ext cx="1828800" cy="771524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38160">
            <a:solidFill>
              <a:srgbClr val="729FC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000000"/>
                </a:solidFill>
                <a:latin typeface="Montserrat"/>
              </a:rPr>
              <a:t>STANDAR PEMERINTAH</a:t>
            </a: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grpSp>
        <p:nvGrpSpPr>
          <p:cNvPr id="1500200902" name="Shape 326"/>
          <p:cNvGrpSpPr/>
          <p:nvPr/>
        </p:nvGrpSpPr>
        <p:grpSpPr bwMode="auto">
          <a:xfrm>
            <a:off x="4343400" y="2514600"/>
            <a:ext cx="1600200" cy="1143000"/>
            <a:chOff x="4343400" y="2514600"/>
            <a:chExt cx="1600200" cy="1143000"/>
          </a:xfrm>
        </p:grpSpPr>
        <p:sp>
          <p:nvSpPr>
            <p:cNvPr id="327" name="Shape 327"/>
            <p:cNvSpPr/>
            <p:nvPr/>
          </p:nvSpPr>
          <p:spPr bwMode="auto">
            <a:xfrm>
              <a:off x="5029200" y="2743200"/>
              <a:ext cx="228600" cy="914400"/>
            </a:xfrm>
            <a:prstGeom prst="rect">
              <a:avLst/>
            </a:prstGeom>
            <a:solidFill>
              <a:srgbClr val="FF420E"/>
            </a:solidFill>
            <a:ln w="38160">
              <a:solidFill>
                <a:srgbClr val="FF420E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328" name="Shape 328"/>
            <p:cNvSpPr/>
            <p:nvPr/>
          </p:nvSpPr>
          <p:spPr bwMode="auto">
            <a:xfrm>
              <a:off x="4343400" y="2514600"/>
              <a:ext cx="1600200" cy="685800"/>
            </a:xfrm>
            <a:prstGeom prst="flowChartMerge">
              <a:avLst/>
            </a:prstGeom>
            <a:solidFill>
              <a:srgbClr val="FF420E"/>
            </a:solidFill>
            <a:ln w="38160">
              <a:solidFill>
                <a:srgbClr val="FF420E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</p:grpSp>
      <p:sp>
        <p:nvSpPr>
          <p:cNvPr id="526312270" name="Shape 329"/>
          <p:cNvSpPr/>
          <p:nvPr/>
        </p:nvSpPr>
        <p:spPr bwMode="auto">
          <a:xfrm>
            <a:off x="8229600" y="2057400"/>
            <a:ext cx="3429000" cy="457200"/>
          </a:xfrm>
          <a:prstGeom prst="roundRect">
            <a:avLst>
              <a:gd name="adj" fmla="val 1666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MINIMAL AGAMA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879304666" name="Shape 330"/>
          <p:cNvSpPr/>
          <p:nvPr/>
        </p:nvSpPr>
        <p:spPr bwMode="auto">
          <a:xfrm>
            <a:off x="8229600" y="2743200"/>
            <a:ext cx="3429000" cy="457200"/>
          </a:xfrm>
          <a:prstGeom prst="roundRect">
            <a:avLst>
              <a:gd name="adj" fmla="val 16667"/>
            </a:avLst>
          </a:prstGeom>
          <a:solidFill>
            <a:srgbClr val="7E0021"/>
          </a:solidFill>
          <a:ln w="38160">
            <a:solidFill>
              <a:srgbClr val="7E0021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MINIMAL SURVIVE 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71489872" name="Shape 331"/>
          <p:cNvSpPr/>
          <p:nvPr/>
        </p:nvSpPr>
        <p:spPr bwMode="auto">
          <a:xfrm>
            <a:off x="7315200" y="4114800"/>
            <a:ext cx="4343400" cy="457200"/>
          </a:xfrm>
          <a:prstGeom prst="roundRect">
            <a:avLst>
              <a:gd name="adj" fmla="val 1666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BAKAT IBADAH 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361478027" name="Shape 332"/>
          <p:cNvSpPr/>
          <p:nvPr/>
        </p:nvSpPr>
        <p:spPr bwMode="auto">
          <a:xfrm>
            <a:off x="7315200" y="4800600"/>
            <a:ext cx="4343400" cy="457200"/>
          </a:xfrm>
          <a:prstGeom prst="roundRect">
            <a:avLst>
              <a:gd name="adj" fmla="val 16667"/>
            </a:avLst>
          </a:prstGeom>
          <a:solidFill>
            <a:srgbClr val="4B1F6F"/>
          </a:solidFill>
          <a:ln w="38160">
            <a:solidFill>
              <a:srgbClr val="4B1F6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BAKAT PROFESI 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813286034" name="Shape 333"/>
          <p:cNvSpPr/>
          <p:nvPr/>
        </p:nvSpPr>
        <p:spPr bwMode="auto">
          <a:xfrm flipH="0" flipV="0">
            <a:off x="913860" y="5350758"/>
            <a:ext cx="1828800" cy="771524"/>
          </a:xfrm>
          <a:prstGeom prst="roundRect">
            <a:avLst>
              <a:gd name="adj" fmla="val 16667"/>
            </a:avLst>
          </a:prstGeom>
          <a:solidFill>
            <a:srgbClr val="4B1F6F"/>
          </a:solidFill>
          <a:ln w="38160">
            <a:solidFill>
              <a:srgbClr val="4B1F6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PREDIKSI MASA DEPAN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529010348" name="Shape 334"/>
          <p:cNvSpPr/>
          <p:nvPr/>
        </p:nvSpPr>
        <p:spPr bwMode="auto">
          <a:xfrm>
            <a:off x="6629400" y="2057400"/>
            <a:ext cx="914400" cy="1143000"/>
          </a:xfrm>
          <a:prstGeom prst="flowChartSort">
            <a:avLst/>
          </a:prstGeom>
          <a:solidFill>
            <a:srgbClr val="FF420E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cxnSp>
        <p:nvCxnSpPr>
          <p:cNvPr id="614509019" name="Shape 335"/>
          <p:cNvCxnSpPr>
            <a:stCxn id="1336142066" idx="3"/>
            <a:endCxn id="1500200902" idx="0"/>
          </p:cNvCxnSpPr>
          <p:nvPr/>
        </p:nvCxnSpPr>
        <p:spPr bwMode="auto">
          <a:xfrm rot="0" flipH="0" flipV="1">
            <a:off x="2742660" y="2514599"/>
            <a:ext cx="2400840" cy="769173"/>
          </a:xfrm>
          <a:prstGeom prst="bentConnector4">
            <a:avLst>
              <a:gd name="adj1" fmla="val 33337"/>
              <a:gd name="adj2" fmla="val 129720"/>
            </a:avLst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1990880939" name="Shape 336"/>
          <p:cNvCxnSpPr>
            <a:stCxn id="401753937" idx="3"/>
            <a:endCxn id="1500200902" idx="0"/>
          </p:cNvCxnSpPr>
          <p:nvPr/>
        </p:nvCxnSpPr>
        <p:spPr bwMode="auto">
          <a:xfrm rot="0" flipH="0" flipV="0">
            <a:off x="2743019" y="2057400"/>
            <a:ext cx="2400479" cy="457199"/>
          </a:xfrm>
          <a:prstGeom prst="bentConnector2">
            <a:avLst/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1750251902" name="Shape 337"/>
          <p:cNvCxnSpPr>
            <a:stCxn id="1263391825" idx="3"/>
            <a:endCxn id="1500200902" idx="0"/>
          </p:cNvCxnSpPr>
          <p:nvPr/>
        </p:nvCxnSpPr>
        <p:spPr bwMode="auto">
          <a:xfrm rot="0" flipH="0" flipV="1">
            <a:off x="2743019" y="2514599"/>
            <a:ext cx="2400479" cy="1995547"/>
          </a:xfrm>
          <a:prstGeom prst="bentConnector4">
            <a:avLst>
              <a:gd name="adj1" fmla="val 33335"/>
              <a:gd name="adj2" fmla="val 111456"/>
            </a:avLst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1992655072" name="Shape 338"/>
          <p:cNvCxnSpPr>
            <a:stCxn id="1813286034" idx="3"/>
            <a:endCxn id="1500200902" idx="0"/>
          </p:cNvCxnSpPr>
          <p:nvPr/>
        </p:nvCxnSpPr>
        <p:spPr bwMode="auto">
          <a:xfrm rot="0" flipH="0" flipV="1">
            <a:off x="2742660" y="2514599"/>
            <a:ext cx="2400840" cy="3221921"/>
          </a:xfrm>
          <a:prstGeom prst="bentConnector4">
            <a:avLst>
              <a:gd name="adj1" fmla="val 33337"/>
              <a:gd name="adj2" fmla="val 107095"/>
            </a:avLst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154352824" name="Shape 339"/>
          <p:cNvCxnSpPr>
            <a:stCxn id="1500200902" idx="2"/>
            <a:endCxn id="1529010348" idx="1"/>
          </p:cNvCxnSpPr>
          <p:nvPr/>
        </p:nvCxnSpPr>
        <p:spPr bwMode="auto">
          <a:xfrm rot="5400000" flipH="1" flipV="1">
            <a:off x="5371920" y="2400120"/>
            <a:ext cx="1029240" cy="1486440"/>
          </a:xfrm>
          <a:prstGeom prst="bentConnector4">
            <a:avLst>
              <a:gd name="adj1" fmla="val -17494"/>
              <a:gd name="adj2" fmla="val 76937"/>
            </a:avLst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731095359" name="Shape 340"/>
          <p:cNvCxnSpPr>
            <a:stCxn id="1529010348" idx="3"/>
            <a:endCxn id="526312270" idx="1"/>
          </p:cNvCxnSpPr>
          <p:nvPr/>
        </p:nvCxnSpPr>
        <p:spPr bwMode="auto">
          <a:xfrm flipV="1">
            <a:off x="7543800" y="2286000"/>
            <a:ext cx="686160" cy="343080"/>
          </a:xfrm>
          <a:prstGeom prst="bentConnector3">
            <a:avLst>
              <a:gd name="adj1" fmla="val 50000"/>
              <a:gd name="adj" fmla="val 50026"/>
            </a:avLst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1029682822" name="Shape 341"/>
          <p:cNvCxnSpPr>
            <a:stCxn id="1529010348" idx="3"/>
            <a:endCxn id="879304666" idx="1"/>
          </p:cNvCxnSpPr>
          <p:nvPr/>
        </p:nvCxnSpPr>
        <p:spPr bwMode="auto">
          <a:xfrm>
            <a:off x="7543800" y="2628720"/>
            <a:ext cx="686160" cy="343439"/>
          </a:xfrm>
          <a:prstGeom prst="bentConnector3">
            <a:avLst>
              <a:gd name="adj1" fmla="val 50000"/>
              <a:gd name="adj" fmla="val 50026"/>
            </a:avLst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213897241" name="Shape 342"/>
          <p:cNvCxnSpPr>
            <a:stCxn id="1500200902" idx="2"/>
            <a:endCxn id="171489872" idx="1"/>
          </p:cNvCxnSpPr>
          <p:nvPr/>
        </p:nvCxnSpPr>
        <p:spPr bwMode="auto">
          <a:xfrm rot="16199998" flipH="1">
            <a:off x="5886360" y="2914200"/>
            <a:ext cx="686160" cy="2172240"/>
          </a:xfrm>
          <a:prstGeom prst="bentConnector2">
            <a:avLst/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470990172" name="Shape 343"/>
          <p:cNvCxnSpPr>
            <a:stCxn id="1500200902" idx="2"/>
            <a:endCxn id="1361478027" idx="1"/>
          </p:cNvCxnSpPr>
          <p:nvPr/>
        </p:nvCxnSpPr>
        <p:spPr bwMode="auto">
          <a:xfrm rot="16199998" flipH="1">
            <a:off x="5543280" y="3257280"/>
            <a:ext cx="1371960" cy="2172240"/>
          </a:xfrm>
          <a:prstGeom prst="bentConnector2">
            <a:avLst/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sp>
        <p:nvSpPr>
          <p:cNvPr id="746788691" name="Title 3"/>
          <p:cNvSpPr txBox="1"/>
          <p:nvPr/>
        </p:nvSpPr>
        <p:spPr bwMode="auto">
          <a:xfrm>
            <a:off x="8229600" y="1506960"/>
            <a:ext cx="3429000" cy="4658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 defTabSz="914400">
              <a:lnSpc>
                <a:spcPct val="120000"/>
              </a:lnSpc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Wajib Semua, disesuaikan fase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4149089" name="Title 4"/>
          <p:cNvSpPr txBox="1"/>
          <p:nvPr/>
        </p:nvSpPr>
        <p:spPr bwMode="auto">
          <a:xfrm>
            <a:off x="8229600" y="3573000"/>
            <a:ext cx="3429000" cy="4658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 defTabSz="914400">
              <a:lnSpc>
                <a:spcPct val="120000"/>
              </a:lnSpc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Personalisasi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9534367" name="Shape 346"/>
          <p:cNvSpPr/>
          <p:nvPr/>
        </p:nvSpPr>
        <p:spPr bwMode="auto">
          <a:xfrm>
            <a:off x="3429000" y="457200"/>
            <a:ext cx="1828800" cy="114300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38160">
            <a:solidFill>
              <a:srgbClr val="729FC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44153572" name="Shape 347"/>
          <p:cNvSpPr/>
          <p:nvPr/>
        </p:nvSpPr>
        <p:spPr bwMode="auto">
          <a:xfrm>
            <a:off x="6172200" y="2057400"/>
            <a:ext cx="1600200" cy="1600200"/>
          </a:xfrm>
          <a:prstGeom prst="ellipse">
            <a:avLst/>
          </a:prstGeom>
          <a:solidFill>
            <a:srgbClr val="C5000B"/>
          </a:solidFill>
          <a:ln w="38160">
            <a:solidFill>
              <a:srgbClr val="C5000B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769973795" name="Shape 348"/>
          <p:cNvSpPr/>
          <p:nvPr/>
        </p:nvSpPr>
        <p:spPr bwMode="auto">
          <a:xfrm>
            <a:off x="5486400" y="4800600"/>
            <a:ext cx="1828800" cy="1143000"/>
          </a:xfrm>
          <a:prstGeom prst="parallelogram">
            <a:avLst>
              <a:gd name="adj" fmla="val 40000"/>
            </a:avLst>
          </a:prstGeom>
          <a:solidFill>
            <a:srgbClr val="729FCF"/>
          </a:solidFill>
          <a:ln w="38160">
            <a:solidFill>
              <a:srgbClr val="729FC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895223144" name="Shape 349"/>
          <p:cNvSpPr/>
          <p:nvPr/>
        </p:nvSpPr>
        <p:spPr bwMode="auto">
          <a:xfrm>
            <a:off x="2286000" y="4800600"/>
            <a:ext cx="1828800" cy="1143000"/>
          </a:xfrm>
          <a:custGeom>
            <a:avLst/>
            <a:gdLst/>
            <a:ahLst/>
            <a:cxnLst/>
            <a:rect l="l" t="t" r="r" b="b"/>
            <a:pathLst>
              <a:path w="21600" h="21600" fill="norm" stroke="1" extrusionOk="0">
                <a:moveTo>
                  <a:pt x="0" y="0"/>
                </a:moveTo>
                <a:lnTo>
                  <a:pt x="21600" y="0"/>
                </a:lnTo>
                <a:lnTo>
                  <a:pt x="16200" y="21600"/>
                </a:lnTo>
                <a:lnTo>
                  <a:pt x="5400" y="21600"/>
                </a:lnTo>
                <a:close/>
              </a:path>
            </a:pathLst>
          </a:custGeom>
          <a:solidFill>
            <a:srgbClr val="4B1F6F"/>
          </a:solidFill>
          <a:ln w="38160">
            <a:solidFill>
              <a:srgbClr val="4B1F6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410833547" name="Shape 350"/>
          <p:cNvSpPr/>
          <p:nvPr/>
        </p:nvSpPr>
        <p:spPr bwMode="auto">
          <a:xfrm>
            <a:off x="1371600" y="2057400"/>
            <a:ext cx="1371600" cy="1371600"/>
          </a:xfrm>
          <a:prstGeom prst="pentagon">
            <a:avLst>
              <a:gd name="hf" fmla="val 105146"/>
              <a:gd name="vf" fmla="val 11055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2100299892" name="Shape 351"/>
          <p:cNvSpPr/>
          <p:nvPr/>
        </p:nvSpPr>
        <p:spPr bwMode="auto">
          <a:xfrm rot="2836200">
            <a:off x="5717520" y="1247759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606690320" name="Shape 352"/>
          <p:cNvSpPr/>
          <p:nvPr/>
        </p:nvSpPr>
        <p:spPr bwMode="auto">
          <a:xfrm rot="5999398">
            <a:off x="6462360" y="369756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798072697" name="Shape 353"/>
          <p:cNvSpPr/>
          <p:nvPr/>
        </p:nvSpPr>
        <p:spPr bwMode="auto">
          <a:xfrm rot="10758600">
            <a:off x="4361400" y="488880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720961657" name="Shape 354"/>
          <p:cNvSpPr/>
          <p:nvPr/>
        </p:nvSpPr>
        <p:spPr bwMode="auto">
          <a:xfrm rot="15752400">
            <a:off x="1825560" y="371520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2038540723" name="Shape 355"/>
          <p:cNvSpPr/>
          <p:nvPr/>
        </p:nvSpPr>
        <p:spPr bwMode="auto">
          <a:xfrm rot="19283400">
            <a:off x="2532600" y="125748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628261322" name="Title 8"/>
          <p:cNvSpPr txBox="1"/>
          <p:nvPr/>
        </p:nvSpPr>
        <p:spPr bwMode="auto">
          <a:xfrm>
            <a:off x="8458200" y="457200"/>
            <a:ext cx="2057400" cy="4658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SANDBOX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8316132" name="Shape 357"/>
          <p:cNvSpPr/>
          <p:nvPr/>
        </p:nvSpPr>
        <p:spPr bwMode="auto">
          <a:xfrm flipV="1">
            <a:off x="4800600" y="685800"/>
            <a:ext cx="3657600" cy="228600"/>
          </a:xfrm>
          <a:prstGeom prst="line">
            <a:avLst/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385635382" name="Shape 358"/>
          <p:cNvSpPr/>
          <p:nvPr/>
        </p:nvSpPr>
        <p:spPr bwMode="auto">
          <a:xfrm flipV="1">
            <a:off x="7315200" y="685800"/>
            <a:ext cx="1143000" cy="1600200"/>
          </a:xfrm>
          <a:prstGeom prst="line">
            <a:avLst/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64377466" name="Title 9"/>
          <p:cNvSpPr txBox="1"/>
          <p:nvPr/>
        </p:nvSpPr>
        <p:spPr bwMode="auto">
          <a:xfrm>
            <a:off x="9601200" y="4343400"/>
            <a:ext cx="2057400" cy="2066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OUT</a:t>
            </a:r>
            <a:br>
              <a:rPr sz="2100"/>
            </a:b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OF</a:t>
            </a:r>
            <a:br>
              <a:rPr sz="2100"/>
            </a:b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THE</a:t>
            </a:r>
            <a:br>
              <a:rPr sz="2100"/>
            </a:b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BOX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8365730" name="Title 11"/>
          <p:cNvSpPr txBox="1"/>
          <p:nvPr/>
        </p:nvSpPr>
        <p:spPr bwMode="auto">
          <a:xfrm>
            <a:off x="914400" y="1592274"/>
            <a:ext cx="1600200" cy="6944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TUJUAN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7772952" name="Shape 361"/>
          <p:cNvSpPr/>
          <p:nvPr/>
        </p:nvSpPr>
        <p:spPr bwMode="auto">
          <a:xfrm>
            <a:off x="3747747" y="2286714"/>
            <a:ext cx="2286000" cy="13716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38160">
            <a:solidFill>
              <a:srgbClr val="004586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905684649" name="Shape 362"/>
          <p:cNvSpPr/>
          <p:nvPr/>
        </p:nvSpPr>
        <p:spPr bwMode="auto">
          <a:xfrm>
            <a:off x="4426574" y="2744094"/>
            <a:ext cx="914400" cy="45684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38160">
            <a:solidFill>
              <a:srgbClr val="729FC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8211999" name="Title 10"/>
          <p:cNvSpPr/>
          <p:nvPr/>
        </p:nvSpPr>
        <p:spPr bwMode="auto">
          <a:xfrm>
            <a:off x="609840" y="460439"/>
            <a:ext cx="10744920" cy="68256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t">
            <a:noAutofit/>
          </a:bodyPr>
          <a:lstStyle/>
          <a:p>
            <a:pPr defTabSz="914400">
              <a:lnSpc>
                <a:spcPct val="85000"/>
              </a:lnSpc>
              <a:defRPr/>
            </a:pPr>
            <a:r>
              <a:rPr lang="id-ID" sz="4400" b="0" u="none" strike="noStrike" cap="all" spc="-150">
                <a:solidFill>
                  <a:schemeClr val="dk1"/>
                </a:solidFill>
                <a:latin typeface="Montserrat"/>
              </a:rPr>
              <a:t>PERENCANAAN</a:t>
            </a:r>
            <a:endParaRPr lang="en-US" sz="4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11273168" name="Title 12"/>
          <p:cNvSpPr txBox="1"/>
          <p:nvPr/>
        </p:nvSpPr>
        <p:spPr bwMode="auto">
          <a:xfrm>
            <a:off x="3733800" y="1752599"/>
            <a:ext cx="2299947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Pertemuan 1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47777394" name="Shape 495"/>
          <p:cNvSpPr/>
          <p:nvPr/>
        </p:nvSpPr>
        <p:spPr bwMode="auto">
          <a:xfrm>
            <a:off x="7038295" y="2286714"/>
            <a:ext cx="2286000" cy="13716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38160">
            <a:solidFill>
              <a:srgbClr val="004586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27041622" name="Title 12 copy"/>
          <p:cNvSpPr txBox="1"/>
          <p:nvPr/>
        </p:nvSpPr>
        <p:spPr bwMode="auto">
          <a:xfrm>
            <a:off x="7024346" y="1752599"/>
            <a:ext cx="2299947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Pertemuan 2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304841660" name="Shape 498"/>
          <p:cNvSpPr/>
          <p:nvPr/>
        </p:nvSpPr>
        <p:spPr bwMode="auto">
          <a:xfrm>
            <a:off x="3747747" y="4649628"/>
            <a:ext cx="2286000" cy="13716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38160">
            <a:solidFill>
              <a:srgbClr val="004586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956861857" name="Title 12 copy"/>
          <p:cNvSpPr txBox="1"/>
          <p:nvPr/>
        </p:nvSpPr>
        <p:spPr bwMode="auto">
          <a:xfrm>
            <a:off x="3733800" y="4115514"/>
            <a:ext cx="2299947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Pertemuan 3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94957340" name="Shape 501"/>
          <p:cNvSpPr/>
          <p:nvPr/>
        </p:nvSpPr>
        <p:spPr bwMode="auto">
          <a:xfrm>
            <a:off x="7038295" y="4649628"/>
            <a:ext cx="2286000" cy="13716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38160">
            <a:solidFill>
              <a:srgbClr val="004586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927073832" name="Title 12 copy"/>
          <p:cNvSpPr txBox="1"/>
          <p:nvPr/>
        </p:nvSpPr>
        <p:spPr bwMode="auto">
          <a:xfrm>
            <a:off x="7024346" y="4115514"/>
            <a:ext cx="2299947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Pertemuan 4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  <p:grpSp>
        <p:nvGrpSpPr>
          <p:cNvPr id="834381283" name="Group 15"/>
          <p:cNvGrpSpPr/>
          <p:nvPr/>
        </p:nvGrpSpPr>
        <p:grpSpPr bwMode="auto">
          <a:xfrm>
            <a:off x="7412321" y="2410106"/>
            <a:ext cx="1524000" cy="1124816"/>
            <a:chOff x="3429000" y="457200"/>
            <a:chExt cx="4343400" cy="3200400"/>
          </a:xfrm>
        </p:grpSpPr>
        <p:sp>
          <p:nvSpPr>
            <p:cNvPr id="503" name="Shape 503"/>
            <p:cNvSpPr/>
            <p:nvPr/>
          </p:nvSpPr>
          <p:spPr bwMode="auto">
            <a:xfrm rot="2836200">
              <a:off x="5717520" y="1247759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04" name="Shape 504"/>
            <p:cNvSpPr/>
            <p:nvPr/>
          </p:nvSpPr>
          <p:spPr bwMode="auto">
            <a:xfrm>
              <a:off x="6172200" y="2057400"/>
              <a:ext cx="1600200" cy="1600200"/>
            </a:xfrm>
            <a:prstGeom prst="ellipse">
              <a:avLst/>
            </a:prstGeom>
            <a:solidFill>
              <a:srgbClr val="C5000B"/>
            </a:solidFill>
            <a:ln w="38160">
              <a:solidFill>
                <a:srgbClr val="C5000B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05" name="Shape 505"/>
            <p:cNvSpPr/>
            <p:nvPr/>
          </p:nvSpPr>
          <p:spPr bwMode="auto">
            <a:xfrm>
              <a:off x="3429000" y="457200"/>
              <a:ext cx="1828800" cy="1143000"/>
            </a:xfrm>
            <a:prstGeom prst="roundRect">
              <a:avLst>
                <a:gd name="adj" fmla="val 16667"/>
              </a:avLst>
            </a:prstGeom>
            <a:solidFill>
              <a:srgbClr val="729FCF"/>
            </a:solidFill>
            <a:ln w="38160">
              <a:solidFill>
                <a:srgbClr val="729FCF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000000"/>
                </a:solidFill>
                <a:latin typeface="Montserrat"/>
              </a:endParaRPr>
            </a:p>
          </p:txBody>
        </p:sp>
      </p:grpSp>
      <p:sp>
        <p:nvSpPr>
          <p:cNvPr id="1197359734" name="Shape 507"/>
          <p:cNvSpPr/>
          <p:nvPr/>
        </p:nvSpPr>
        <p:spPr bwMode="auto">
          <a:xfrm>
            <a:off x="4571829" y="5030271"/>
            <a:ext cx="623889" cy="610314"/>
          </a:xfrm>
          <a:prstGeom prst="ellipse">
            <a:avLst/>
          </a:prstGeom>
          <a:solidFill>
            <a:srgbClr val="C5000B"/>
          </a:solidFill>
          <a:ln w="38160">
            <a:solidFill>
              <a:srgbClr val="C5000B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grpSp>
        <p:nvGrpSpPr>
          <p:cNvPr id="1237950067" name="Group 19"/>
          <p:cNvGrpSpPr/>
          <p:nvPr/>
        </p:nvGrpSpPr>
        <p:grpSpPr bwMode="auto">
          <a:xfrm>
            <a:off x="7633947" y="4801850"/>
            <a:ext cx="852147" cy="1067157"/>
            <a:chOff x="3429000" y="457200"/>
            <a:chExt cx="4343400" cy="5486400"/>
          </a:xfrm>
        </p:grpSpPr>
        <p:sp>
          <p:nvSpPr>
            <p:cNvPr id="508" name="Shape 508"/>
            <p:cNvSpPr/>
            <p:nvPr/>
          </p:nvSpPr>
          <p:spPr bwMode="auto">
            <a:xfrm>
              <a:off x="3429000" y="457200"/>
              <a:ext cx="1828800" cy="1143000"/>
            </a:xfrm>
            <a:prstGeom prst="roundRect">
              <a:avLst>
                <a:gd name="adj" fmla="val 16667"/>
              </a:avLst>
            </a:prstGeom>
            <a:solidFill>
              <a:srgbClr val="729FCF"/>
            </a:solidFill>
            <a:ln w="38160">
              <a:solidFill>
                <a:srgbClr val="729FCF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000000"/>
                </a:solidFill>
                <a:latin typeface="Montserrat"/>
              </a:endParaRPr>
            </a:p>
          </p:txBody>
        </p:sp>
        <p:sp>
          <p:nvSpPr>
            <p:cNvPr id="509" name="Shape 509"/>
            <p:cNvSpPr/>
            <p:nvPr/>
          </p:nvSpPr>
          <p:spPr bwMode="auto">
            <a:xfrm rot="2836200">
              <a:off x="5717520" y="1247759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10" name="Shape 510"/>
            <p:cNvSpPr/>
            <p:nvPr/>
          </p:nvSpPr>
          <p:spPr bwMode="auto">
            <a:xfrm>
              <a:off x="6172200" y="2057400"/>
              <a:ext cx="1600200" cy="1600200"/>
            </a:xfrm>
            <a:prstGeom prst="ellipse">
              <a:avLst/>
            </a:prstGeom>
            <a:solidFill>
              <a:srgbClr val="C5000B"/>
            </a:solidFill>
            <a:ln w="38160">
              <a:solidFill>
                <a:srgbClr val="C5000B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11" name="Shape 511"/>
            <p:cNvSpPr/>
            <p:nvPr/>
          </p:nvSpPr>
          <p:spPr bwMode="auto">
            <a:xfrm rot="5999398">
              <a:off x="6462360" y="3697560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12" name="Shape 512"/>
            <p:cNvSpPr/>
            <p:nvPr/>
          </p:nvSpPr>
          <p:spPr bwMode="auto">
            <a:xfrm>
              <a:off x="5486400" y="4800600"/>
              <a:ext cx="1828800" cy="1143000"/>
            </a:xfrm>
            <a:prstGeom prst="parallelogram">
              <a:avLst>
                <a:gd name="adj" fmla="val 40000"/>
              </a:avLst>
            </a:prstGeom>
            <a:solidFill>
              <a:srgbClr val="729FCF"/>
            </a:solidFill>
            <a:ln w="38160">
              <a:solidFill>
                <a:srgbClr val="729FCF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000000"/>
                </a:solidFill>
                <a:latin typeface="Montserrat"/>
              </a:endParaRPr>
            </a:p>
          </p:txBody>
        </p:sp>
      </p:grpSp>
      <p:grpSp>
        <p:nvGrpSpPr>
          <p:cNvPr id="2052417426" name="Group 25"/>
          <p:cNvGrpSpPr/>
          <p:nvPr/>
        </p:nvGrpSpPr>
        <p:grpSpPr bwMode="auto">
          <a:xfrm>
            <a:off x="1057931" y="2516564"/>
            <a:ext cx="1313138" cy="1141750"/>
            <a:chOff x="1371600" y="457200"/>
            <a:chExt cx="6400800" cy="5486400"/>
          </a:xfrm>
        </p:grpSpPr>
        <p:sp>
          <p:nvSpPr>
            <p:cNvPr id="514" name="Shape 514"/>
            <p:cNvSpPr/>
            <p:nvPr/>
          </p:nvSpPr>
          <p:spPr bwMode="auto">
            <a:xfrm>
              <a:off x="3429000" y="457200"/>
              <a:ext cx="1828800" cy="1143000"/>
            </a:xfrm>
            <a:prstGeom prst="roundRect">
              <a:avLst>
                <a:gd name="adj" fmla="val 16667"/>
              </a:avLst>
            </a:prstGeom>
            <a:solidFill>
              <a:srgbClr val="729FCF"/>
            </a:solidFill>
            <a:ln w="38160">
              <a:solidFill>
                <a:srgbClr val="729FCF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000000"/>
                </a:solidFill>
                <a:latin typeface="Montserrat"/>
              </a:endParaRPr>
            </a:p>
          </p:txBody>
        </p:sp>
        <p:sp>
          <p:nvSpPr>
            <p:cNvPr id="515" name="Shape 515"/>
            <p:cNvSpPr/>
            <p:nvPr/>
          </p:nvSpPr>
          <p:spPr bwMode="auto">
            <a:xfrm>
              <a:off x="6172200" y="2057400"/>
              <a:ext cx="1600200" cy="1600200"/>
            </a:xfrm>
            <a:prstGeom prst="ellipse">
              <a:avLst/>
            </a:prstGeom>
            <a:solidFill>
              <a:srgbClr val="C5000B"/>
            </a:solidFill>
            <a:ln w="38160">
              <a:solidFill>
                <a:srgbClr val="C5000B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16" name="Shape 516"/>
            <p:cNvSpPr/>
            <p:nvPr/>
          </p:nvSpPr>
          <p:spPr bwMode="auto">
            <a:xfrm>
              <a:off x="5486400" y="4800600"/>
              <a:ext cx="1828800" cy="1143000"/>
            </a:xfrm>
            <a:prstGeom prst="parallelogram">
              <a:avLst>
                <a:gd name="adj" fmla="val 40000"/>
              </a:avLst>
            </a:prstGeom>
            <a:solidFill>
              <a:srgbClr val="729FCF"/>
            </a:solidFill>
            <a:ln w="38160">
              <a:solidFill>
                <a:srgbClr val="729FCF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000000"/>
                </a:solidFill>
                <a:latin typeface="Montserrat"/>
              </a:endParaRPr>
            </a:p>
          </p:txBody>
        </p:sp>
        <p:sp>
          <p:nvSpPr>
            <p:cNvPr id="517" name="Shape 517"/>
            <p:cNvSpPr/>
            <p:nvPr/>
          </p:nvSpPr>
          <p:spPr bwMode="auto">
            <a:xfrm>
              <a:off x="2286000" y="4800600"/>
              <a:ext cx="1828800" cy="1143000"/>
            </a:xfrm>
            <a:custGeom>
              <a:avLst/>
              <a:gdLst/>
              <a:ahLst/>
              <a:cxnLst/>
              <a:rect l="l" t="t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21600" y="0"/>
                  </a:lnTo>
                  <a:lnTo>
                    <a:pt x="16200" y="21600"/>
                  </a:lnTo>
                  <a:lnTo>
                    <a:pt x="5400" y="21600"/>
                  </a:lnTo>
                  <a:close/>
                </a:path>
              </a:pathLst>
            </a:custGeom>
            <a:solidFill>
              <a:srgbClr val="4B1F6F"/>
            </a:solidFill>
            <a:ln w="38160">
              <a:solidFill>
                <a:srgbClr val="4B1F6F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18" name="Shape 518"/>
            <p:cNvSpPr/>
            <p:nvPr/>
          </p:nvSpPr>
          <p:spPr bwMode="auto">
            <a:xfrm>
              <a:off x="1371600" y="2057400"/>
              <a:ext cx="1371600" cy="1371600"/>
            </a:xfrm>
            <a:prstGeom prst="pentagon">
              <a:avLst>
                <a:gd name="hf" fmla="val 105146"/>
                <a:gd name="vf" fmla="val 110557"/>
              </a:avLst>
            </a:prstGeom>
            <a:solidFill>
              <a:srgbClr val="579D1C"/>
            </a:solidFill>
            <a:ln w="38160">
              <a:solidFill>
                <a:srgbClr val="579D1C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19" name="Shape 519"/>
            <p:cNvSpPr/>
            <p:nvPr/>
          </p:nvSpPr>
          <p:spPr bwMode="auto">
            <a:xfrm rot="2836200">
              <a:off x="5717520" y="1247759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20" name="Shape 520"/>
            <p:cNvSpPr/>
            <p:nvPr/>
          </p:nvSpPr>
          <p:spPr bwMode="auto">
            <a:xfrm rot="5999398">
              <a:off x="6462360" y="3697560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21" name="Shape 521"/>
            <p:cNvSpPr/>
            <p:nvPr/>
          </p:nvSpPr>
          <p:spPr bwMode="auto">
            <a:xfrm rot="10758600">
              <a:off x="4361400" y="4888800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22" name="Shape 522"/>
            <p:cNvSpPr/>
            <p:nvPr/>
          </p:nvSpPr>
          <p:spPr bwMode="auto">
            <a:xfrm rot="15752400">
              <a:off x="1825560" y="3715200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23" name="Shape 523"/>
            <p:cNvSpPr/>
            <p:nvPr/>
          </p:nvSpPr>
          <p:spPr bwMode="auto">
            <a:xfrm rot="19283400">
              <a:off x="2532600" y="1257480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</p:grpSp>
      <p:sp>
        <p:nvSpPr>
          <p:cNvPr id="948862590" name="Title 11"/>
          <p:cNvSpPr txBox="1"/>
          <p:nvPr/>
        </p:nvSpPr>
        <p:spPr bwMode="auto">
          <a:xfrm>
            <a:off x="10058400" y="5030271"/>
            <a:ext cx="1600200" cy="6944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...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66715074" name="Title 11"/>
          <p:cNvSpPr txBox="1"/>
          <p:nvPr/>
        </p:nvSpPr>
        <p:spPr bwMode="auto">
          <a:xfrm>
            <a:off x="762000" y="4038600"/>
            <a:ext cx="2027917" cy="144922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 defTabSz="914400">
              <a:lnSpc>
                <a:spcPct val="120000"/>
              </a:lnSpc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note: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  <a:p>
            <a:pPr algn="l" defTabSz="914400">
              <a:lnSpc>
                <a:spcPct val="120000"/>
              </a:lnSpc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mengenalkan langsung ke pola tidak langsung membuat paham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843918387" name="Content Placeholder 6"/>
          <p:cNvGraphicFramePr>
            <a:graphicFrameLocks xmlns:a="http://schemas.openxmlformats.org/drawingml/2006/main" noGrp="1"/>
          </p:cNvGraphicFramePr>
          <p:nvPr/>
        </p:nvGraphicFramePr>
        <p:xfrm rot="0">
          <a:off x="365760" y="152400"/>
          <a:ext cx="11459520" cy="6339840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{2D5ABB26-0587-4C30-8999-92F81FD0307C}</a:tableStyleId>
              </a:tblPr>
              <a:tblGrid>
                <a:gridCol w="1440000"/>
                <a:gridCol w="4320000"/>
                <a:gridCol w="5699520"/>
              </a:tblGrid>
              <a:tr h="731417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Tahap</a:t>
                      </a:r>
                      <a:endParaRPr lang="en-US" sz="1600" b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SD</a:t>
                      </a:r>
                      <a:endParaRPr lang="en-US" sz="1600" b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SMK</a:t>
                      </a:r>
                      <a:endParaRPr lang="en-US" sz="1600" b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74031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Tujuan</a:t>
                      </a:r>
                      <a:endParaRPr sz="1600" b="1" i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Lingkungan Hijau untuk Perkotaan</a:t>
                      </a:r>
                      <a:endParaRPr sz="1600" b="1" i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Pemograman AI</a:t>
                      </a:r>
                      <a:endParaRPr sz="1600" b="1" i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576150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Sandbox 1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Terrarium / Akuarium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Game Puzzle </a:t>
                      </a:r>
                      <a:b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</a:b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Pemrograman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576150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OOTB 1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Kebun / Taman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How Computer Works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588963412" name="Picture 3" descr="pexels-cottonbro-4507722.jp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143232" y="1798092"/>
            <a:ext cx="1446218" cy="2192187"/>
          </a:xfrm>
          <a:prstGeom prst="rect">
            <a:avLst/>
          </a:prstGeom>
        </p:spPr>
      </p:pic>
      <p:pic>
        <p:nvPicPr>
          <p:cNvPr id="137473168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8665341" y="1677165"/>
            <a:ext cx="2982791" cy="2237093"/>
          </a:xfrm>
          <a:prstGeom prst="rect">
            <a:avLst/>
          </a:prstGeom>
        </p:spPr>
      </p:pic>
      <p:pic>
        <p:nvPicPr>
          <p:cNvPr id="1434675555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4143232" y="4293358"/>
            <a:ext cx="1446217" cy="2169326"/>
          </a:xfrm>
          <a:prstGeom prst="rect">
            <a:avLst/>
          </a:prstGeom>
        </p:spPr>
      </p:pic>
      <p:pic>
        <p:nvPicPr>
          <p:cNvPr id="1927979370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8665341" y="4474157"/>
            <a:ext cx="2982791" cy="19885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718325056" name="Content Placeholder 6"/>
          <p:cNvGraphicFramePr>
            <a:graphicFrameLocks xmlns:a="http://schemas.openxmlformats.org/drawingml/2006/main"/>
          </p:cNvGraphicFramePr>
          <p:nvPr/>
        </p:nvGraphicFramePr>
        <p:xfrm rot="0">
          <a:off x="365760" y="152399"/>
          <a:ext cx="11459520" cy="6339839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{2D5ABB26-0587-4C30-8999-92F81FD0307C}</a:tableStyleId>
              </a:tblPr>
              <a:tblGrid>
                <a:gridCol w="1440000"/>
                <a:gridCol w="4320000"/>
                <a:gridCol w="5699520"/>
              </a:tblGrid>
              <a:tr h="1194209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Tahap</a:t>
                      </a:r>
                      <a:endParaRPr lang="en-US" sz="1600" b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SANDBOX</a:t>
                      </a:r>
                      <a:endParaRPr lang="en-US" sz="1600" b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OUT OF THE BOX</a:t>
                      </a:r>
                      <a:endParaRPr lang="en-US" sz="1600" b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100512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Sifat</a:t>
                      </a:r>
                      <a:endParaRPr sz="1600" b="1" i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Bebas tapi terbatas</a:t>
                      </a:r>
                      <a:endParaRPr sz="1600" b="1" i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Tidak terbatas tapi global</a:t>
                      </a:r>
                      <a:endParaRPr sz="1600" b="1" i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4206163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Bahan / Alat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marL="261850" indent="-261850" defTabSz="914400">
                        <a:lnSpc>
                          <a:spcPct val="100000"/>
                        </a:lnSpc>
                        <a:buFont typeface="Montserrat"/>
                        <a:buChar char="•"/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Panduan Guru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marL="261850" indent="-261850" defTabSz="914400">
                        <a:lnSpc>
                          <a:spcPct val="100000"/>
                        </a:lnSpc>
                        <a:buFont typeface="Montserrat"/>
                        <a:buChar char="•"/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Sandbox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marL="261850" indent="-261850" defTabSz="914400">
                        <a:lnSpc>
                          <a:spcPct val="100000"/>
                        </a:lnSpc>
                        <a:buFont typeface="Montserrat"/>
                        <a:buChar char="•"/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t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marL="261849" indent="-261849" defTabSz="914400">
                        <a:lnSpc>
                          <a:spcPct val="100000"/>
                        </a:lnSpc>
                        <a:buFont typeface="Montserrat"/>
                        <a:buChar char="•"/>
                        <a:defRPr/>
                      </a:pPr>
                      <a:r>
                        <a:rPr lang="en-US" sz="1600" b="0" i="0" u="none" strike="noStrike" cap="none" spc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</a:rPr>
                        <a:t>Lembar Kerja</a:t>
                      </a: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marL="261849" indent="-261849" defTabSz="914400">
                        <a:lnSpc>
                          <a:spcPct val="100000"/>
                        </a:lnSpc>
                        <a:buFont typeface="Montserrat"/>
                        <a:buChar char="•"/>
                        <a:defRPr/>
                      </a:pPr>
                      <a:r>
                        <a:rPr lang="en-US" sz="1600" b="0" i="0" u="none" strike="noStrike" cap="none" spc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</a:rPr>
                        <a:t>Akses Lingkungan / Informasi</a:t>
                      </a: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t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1571013449" name=""/>
          <p:cNvPicPr>
            <a:picLocks noChangeAspect="1"/>
          </p:cNvPicPr>
          <p:nvPr/>
        </p:nvPicPr>
        <p:blipFill rotWithShape="1">
          <a:blip r:embed="rId3"/>
          <a:srcRect l="14239" t="20517" r="16471" b="10194"/>
          <a:stretch/>
        </p:blipFill>
        <p:spPr bwMode="auto">
          <a:xfrm flipH="0" flipV="0">
            <a:off x="1976081" y="2809141"/>
            <a:ext cx="2418246" cy="1612163"/>
          </a:xfrm>
          <a:prstGeom prst="rect">
            <a:avLst/>
          </a:prstGeom>
        </p:spPr>
      </p:pic>
      <p:pic>
        <p:nvPicPr>
          <p:cNvPr id="198704425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040055" y="4999617"/>
            <a:ext cx="2290298" cy="1526994"/>
          </a:xfrm>
          <a:prstGeom prst="rect">
            <a:avLst/>
          </a:prstGeom>
        </p:spPr>
      </p:pic>
      <p:pic>
        <p:nvPicPr>
          <p:cNvPr id="479826430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6436495" y="2809799"/>
            <a:ext cx="2151676" cy="1611506"/>
          </a:xfrm>
          <a:prstGeom prst="rect">
            <a:avLst/>
          </a:prstGeom>
        </p:spPr>
      </p:pic>
      <p:pic>
        <p:nvPicPr>
          <p:cNvPr id="135138581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6436495" y="4999910"/>
            <a:ext cx="2289853" cy="15267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961125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365760" y="5591174"/>
            <a:ext cx="11429640" cy="1092584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Autofit/>
          </a:bodyPr>
          <a:lstStyle/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Observasi dan dokumentasi Progress murid</a:t>
            </a:r>
            <a:endParaRPr lang="en-US" sz="36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grpSp>
        <p:nvGrpSpPr>
          <p:cNvPr id="835094521" name=""/>
          <p:cNvGrpSpPr/>
          <p:nvPr/>
        </p:nvGrpSpPr>
        <p:grpSpPr bwMode="auto">
          <a:xfrm>
            <a:off x="219074" y="171450"/>
            <a:ext cx="11907224" cy="4962524"/>
            <a:chOff x="0" y="0"/>
            <a:chExt cx="11907224" cy="4962524"/>
          </a:xfrm>
        </p:grpSpPr>
        <p:pic>
          <p:nvPicPr>
            <p:cNvPr id="124230379" name=""/>
            <p:cNvPicPr>
              <a:picLocks noChangeAspect="1"/>
            </p:cNvPicPr>
            <p:nvPr/>
          </p:nvPicPr>
          <p:blipFill rotWithShape="1">
            <a:blip r:embed="rId3"/>
            <a:srcRect l="2033" t="0" r="581" b="0"/>
            <a:stretch/>
          </p:blipFill>
          <p:spPr bwMode="auto">
            <a:xfrm flipH="0" flipV="0">
              <a:off x="0" y="0"/>
              <a:ext cx="6381749" cy="3162299"/>
            </a:xfrm>
            <a:prstGeom prst="rect">
              <a:avLst/>
            </a:prstGeom>
          </p:spPr>
        </p:pic>
        <p:pic>
          <p:nvPicPr>
            <p:cNvPr id="1265266413" name=""/>
            <p:cNvPicPr>
              <a:picLocks noChangeAspect="1"/>
            </p:cNvPicPr>
            <p:nvPr/>
          </p:nvPicPr>
          <p:blipFill rotWithShape="1">
            <a:blip r:embed="rId4"/>
            <a:srcRect l="0" t="49143" r="0" b="0"/>
            <a:stretch/>
          </p:blipFill>
          <p:spPr bwMode="auto">
            <a:xfrm flipH="0" flipV="0">
              <a:off x="6296024" y="1460759"/>
              <a:ext cx="5611199" cy="2487352"/>
            </a:xfrm>
            <a:prstGeom prst="rect">
              <a:avLst/>
            </a:prstGeom>
          </p:spPr>
        </p:pic>
        <p:pic>
          <p:nvPicPr>
            <p:cNvPr id="1509608108" name=""/>
            <p:cNvPicPr>
              <a:picLocks noChangeAspect="1"/>
            </p:cNvPicPr>
            <p:nvPr/>
          </p:nvPicPr>
          <p:blipFill rotWithShape="1">
            <a:blip r:embed="rId4"/>
            <a:srcRect l="0" t="12671" r="0" b="50856"/>
            <a:stretch/>
          </p:blipFill>
          <p:spPr bwMode="auto">
            <a:xfrm flipH="0" flipV="0">
              <a:off x="0" y="2933699"/>
              <a:ext cx="6381749" cy="2028824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1134241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3534750" y="365760"/>
            <a:ext cx="8306370" cy="1767839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Autofit/>
          </a:bodyPr>
          <a:lstStyle/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SAATNYA berbelok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pic>
        <p:nvPicPr>
          <p:cNvPr id="661936332" name=""/>
          <p:cNvPicPr>
            <a:picLocks noChangeAspect="1"/>
          </p:cNvPicPr>
          <p:nvPr/>
        </p:nvPicPr>
        <p:blipFill rotWithShape="1">
          <a:blip r:embed="rId3"/>
          <a:srcRect l="27292" t="0" r="45352" b="0"/>
          <a:stretch/>
        </p:blipFill>
        <p:spPr bwMode="auto">
          <a:xfrm flipH="0" flipV="0">
            <a:off x="-160949" y="0"/>
            <a:ext cx="3334949" cy="6858000"/>
          </a:xfrm>
          <a:prstGeom prst="rect">
            <a:avLst/>
          </a:prstGeom>
        </p:spPr>
      </p:pic>
      <p:sp>
        <p:nvSpPr>
          <p:cNvPr id="991663921" name=""/>
          <p:cNvSpPr/>
          <p:nvPr/>
        </p:nvSpPr>
        <p:spPr bwMode="auto">
          <a:xfrm rot="18900000" flipH="0" flipV="0">
            <a:off x="6560041" y="2508853"/>
            <a:ext cx="2255786" cy="2255786"/>
          </a:xfrm>
          <a:prstGeom prst="noSmoking">
            <a:avLst>
              <a:gd name="adj" fmla="val 13453"/>
            </a:avLst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09545205" name="Title 12"/>
          <p:cNvSpPr txBox="1"/>
          <p:nvPr/>
        </p:nvSpPr>
        <p:spPr bwMode="auto">
          <a:xfrm flipH="0" flipV="0">
            <a:off x="6869752" y="1807145"/>
            <a:ext cx="1533805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 defTabSz="914400">
              <a:lnSpc>
                <a:spcPct val="120000"/>
              </a:lnSpc>
              <a:defRPr/>
            </a:pPr>
            <a:r>
              <a:rPr lang="en-US" sz="2100" b="1" i="1" u="none" strike="noStrike">
                <a:solidFill>
                  <a:schemeClr val="dk1"/>
                </a:solidFill>
                <a:latin typeface="Montserrat"/>
              </a:rPr>
              <a:t>Lancar</a:t>
            </a:r>
            <a:endParaRPr sz="2100" b="1" i="1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596900911" name="Title 12"/>
          <p:cNvSpPr txBox="1"/>
          <p:nvPr/>
        </p:nvSpPr>
        <p:spPr bwMode="auto">
          <a:xfrm flipH="0" flipV="0">
            <a:off x="4077674" y="3429000"/>
            <a:ext cx="2268482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 defTabSz="914400">
              <a:lnSpc>
                <a:spcPct val="120000"/>
              </a:lnSpc>
              <a:defRPr/>
            </a:pPr>
            <a:r>
              <a:rPr lang="en-US" sz="2100" b="1" i="1" u="none" strike="noStrike">
                <a:solidFill>
                  <a:schemeClr val="dk1"/>
                </a:solidFill>
                <a:latin typeface="Montserrat"/>
              </a:rPr>
              <a:t>Personalisasi</a:t>
            </a:r>
            <a:endParaRPr sz="2100" b="1" i="1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27318914" name="Title 12"/>
          <p:cNvSpPr txBox="1"/>
          <p:nvPr/>
        </p:nvSpPr>
        <p:spPr bwMode="auto">
          <a:xfrm flipH="0" flipV="0">
            <a:off x="6921031" y="5024081"/>
            <a:ext cx="1533805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r>
              <a:rPr lang="en-US" sz="2100" b="1" i="1" u="none" strike="noStrike">
                <a:solidFill>
                  <a:schemeClr val="dk1"/>
                </a:solidFill>
                <a:latin typeface="Montserrat"/>
              </a:rPr>
              <a:t>Semua Kurang</a:t>
            </a:r>
            <a:endParaRPr sz="2100" b="1" i="1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07336852" name="Title 12"/>
          <p:cNvSpPr txBox="1"/>
          <p:nvPr/>
        </p:nvSpPr>
        <p:spPr bwMode="auto">
          <a:xfrm flipH="0" flipV="0">
            <a:off x="9283016" y="3429000"/>
            <a:ext cx="2268482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 defTabSz="914400">
              <a:lnSpc>
                <a:spcPct val="120000"/>
              </a:lnSpc>
              <a:defRPr/>
            </a:pPr>
            <a:r>
              <a:rPr lang="en-US" sz="2100" b="1" i="1" u="none" strike="noStrike">
                <a:solidFill>
                  <a:schemeClr val="dk1"/>
                </a:solidFill>
                <a:latin typeface="Montserrat"/>
              </a:rPr>
              <a:t>Kondisi Berubah</a:t>
            </a:r>
            <a:endParaRPr sz="2100" b="1" i="1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765774237" name="Title 11"/>
          <p:cNvSpPr txBox="1"/>
          <p:nvPr/>
        </p:nvSpPr>
        <p:spPr bwMode="auto">
          <a:xfrm>
            <a:off x="3534750" y="5279541"/>
            <a:ext cx="2027916" cy="1449227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 defTabSz="914400">
              <a:lnSpc>
                <a:spcPct val="120000"/>
              </a:lnSpc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note: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  <a:p>
            <a:pPr algn="l" defTabSz="914400">
              <a:lnSpc>
                <a:spcPct val="120000"/>
              </a:lnSpc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Rencana bukan patokan mutlak, setiap anak, setiap generasi, setiap waktu bisa terus berubah, cari jalan tengah terbaik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275619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365759" y="832484"/>
            <a:ext cx="5120279" cy="228218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Takeway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48785676" name="PlaceHolder 2"/>
          <p:cNvSpPr>
            <a:spLocks noGrp="1"/>
          </p:cNvSpPr>
          <p:nvPr>
            <p:ph/>
          </p:nvPr>
        </p:nvSpPr>
        <p:spPr bwMode="auto">
          <a:xfrm flipH="0" flipV="0">
            <a:off x="222884" y="3057525"/>
            <a:ext cx="5120279" cy="3342915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Mengembalikan firasat dalam pendidikan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</p:txBody>
      </p:sp>
      <p:pic>
        <p:nvPicPr>
          <p:cNvPr id="275614804" name=""/>
          <p:cNvPicPr>
            <a:picLocks noChangeAspect="1"/>
          </p:cNvPicPr>
          <p:nvPr/>
        </p:nvPicPr>
        <p:blipFill rotWithShape="1">
          <a:blip r:embed="rId3"/>
          <a:srcRect l="34453" t="0" r="0" b="0"/>
          <a:stretch/>
        </p:blipFill>
        <p:spPr bwMode="auto">
          <a:xfrm flipH="0" flipV="0">
            <a:off x="5430224" y="0"/>
            <a:ext cx="6742724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1808527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365760" y="359532"/>
            <a:ext cx="11429640" cy="1092583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Autofit/>
          </a:bodyPr>
          <a:lstStyle/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600" b="0" u="none" strike="noStrike" cap="all" spc="-149">
                <a:solidFill>
                  <a:schemeClr val="dk1"/>
                </a:solidFill>
                <a:latin typeface="Montserrat"/>
              </a:rPr>
              <a:t>IMPLEMentasi Insan Taqwa</a:t>
            </a:r>
            <a:endParaRPr lang="en-US" sz="3600" b="0" u="none" strike="noStrike" cap="all" spc="-14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57911095" name="PlaceHolder 1"/>
          <p:cNvSpPr>
            <a:spLocks noGrp="1"/>
          </p:cNvSpPr>
          <p:nvPr/>
        </p:nvSpPr>
        <p:spPr bwMode="auto">
          <a:xfrm flipH="0" flipV="0">
            <a:off x="365759" y="1592237"/>
            <a:ext cx="2024054" cy="909850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0"/>
              </a:spcBef>
              <a:buNone/>
              <a:defRPr lang="en-US" sz="7000" b="0" u="none" strike="noStrike" cap="all" spc="-149">
                <a:solidFill>
                  <a:schemeClr val="dk1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2800" b="0" u="none" strike="noStrike" cap="all" spc="-149">
                <a:solidFill>
                  <a:schemeClr val="dk1"/>
                </a:solidFill>
                <a:latin typeface="Montserrat"/>
              </a:rPr>
              <a:t>Luar</a:t>
            </a:r>
            <a:endParaRPr lang="en-US" sz="2800" b="0" u="none" strike="noStrike" cap="all" spc="-14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04090666" name="PlaceHolder 1"/>
          <p:cNvSpPr>
            <a:spLocks noGrp="1"/>
          </p:cNvSpPr>
          <p:nvPr/>
        </p:nvSpPr>
        <p:spPr bwMode="auto">
          <a:xfrm flipH="0" flipV="0">
            <a:off x="9844129" y="1592238"/>
            <a:ext cx="2024053" cy="909849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0"/>
              </a:spcBef>
              <a:buNone/>
              <a:defRPr lang="en-US" sz="7000" b="0" u="none" strike="noStrike" cap="all" spc="-149">
                <a:solidFill>
                  <a:schemeClr val="dk1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indent="0" algn="r" defTabSz="914400">
              <a:lnSpc>
                <a:spcPct val="85000"/>
              </a:lnSpc>
              <a:buNone/>
              <a:defRPr/>
            </a:pPr>
            <a:r>
              <a:rPr lang="en-US" sz="2800" b="0" u="none" strike="noStrike" cap="all" spc="-149">
                <a:solidFill>
                  <a:schemeClr val="dk1"/>
                </a:solidFill>
                <a:latin typeface="Montserrat"/>
              </a:rPr>
              <a:t>Dalam</a:t>
            </a:r>
            <a:endParaRPr lang="en-US" sz="2800" b="0" u="none" strike="noStrike" cap="all" spc="-14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869091794" name="Shape 329"/>
          <p:cNvSpPr/>
          <p:nvPr/>
        </p:nvSpPr>
        <p:spPr bwMode="auto">
          <a:xfrm flipH="0" flipV="0">
            <a:off x="6626305" y="2286000"/>
            <a:ext cx="5032293" cy="457200"/>
          </a:xfrm>
          <a:prstGeom prst="roundRect">
            <a:avLst>
              <a:gd name="adj" fmla="val 1666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1" u="none" strike="noStrike">
                <a:solidFill>
                  <a:srgbClr val="FFFFFF"/>
                </a:solidFill>
                <a:latin typeface="Montserrat"/>
              </a:rPr>
              <a:t>BAHASA HATI</a:t>
            </a:r>
            <a:endParaRPr sz="1800" b="1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673111635" name="Shape 329"/>
          <p:cNvSpPr/>
          <p:nvPr/>
        </p:nvSpPr>
        <p:spPr bwMode="auto">
          <a:xfrm flipH="0" flipV="0">
            <a:off x="6626305" y="2971800"/>
            <a:ext cx="2416790" cy="45720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1" u="none" strike="noStrike">
                <a:solidFill>
                  <a:srgbClr val="FFFFFF"/>
                </a:solidFill>
                <a:latin typeface="Montserrat"/>
              </a:rPr>
              <a:t>KEMUDAHAN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243056489" name="Shape 329"/>
          <p:cNvSpPr/>
          <p:nvPr/>
        </p:nvSpPr>
        <p:spPr bwMode="auto">
          <a:xfrm flipH="0" flipV="0">
            <a:off x="9241808" y="2971800"/>
            <a:ext cx="2416790" cy="45720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1" u="none" strike="noStrike">
                <a:solidFill>
                  <a:srgbClr val="FFFFFF"/>
                </a:solidFill>
                <a:latin typeface="Montserrat"/>
              </a:rPr>
              <a:t>JABATAN</a:t>
            </a:r>
            <a:endParaRPr sz="1800" b="1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139831933" name="Shape 329"/>
          <p:cNvSpPr/>
          <p:nvPr/>
        </p:nvSpPr>
        <p:spPr bwMode="auto">
          <a:xfrm flipH="0" flipV="0">
            <a:off x="6626305" y="4247079"/>
            <a:ext cx="5032293" cy="457200"/>
          </a:xfrm>
          <a:prstGeom prst="roundRect">
            <a:avLst>
              <a:gd name="adj" fmla="val 1666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1" u="none" strike="noStrike">
                <a:solidFill>
                  <a:srgbClr val="FFFFFF"/>
                </a:solidFill>
                <a:latin typeface="Montserrat"/>
              </a:rPr>
              <a:t>WAKE UP CALL</a:t>
            </a:r>
            <a:endParaRPr sz="1800" b="1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339302279" name="Shape 329"/>
          <p:cNvSpPr/>
          <p:nvPr/>
        </p:nvSpPr>
        <p:spPr bwMode="auto">
          <a:xfrm flipH="0" flipV="0">
            <a:off x="6626305" y="4932879"/>
            <a:ext cx="5032294" cy="45720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1" u="none" strike="noStrike">
                <a:solidFill>
                  <a:srgbClr val="FFFFFF"/>
                </a:solidFill>
                <a:latin typeface="Montserrat"/>
              </a:rPr>
              <a:t>APRESASI TERARAH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356214698" name="Shape 329"/>
          <p:cNvSpPr/>
          <p:nvPr/>
        </p:nvSpPr>
        <p:spPr bwMode="auto">
          <a:xfrm flipH="0" flipV="0">
            <a:off x="6626305" y="5649930"/>
            <a:ext cx="5032294" cy="45720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1" u="none" strike="noStrike">
                <a:solidFill>
                  <a:srgbClr val="FFFFFF"/>
                </a:solidFill>
                <a:latin typeface="Montserrat"/>
              </a:rPr>
              <a:t>PELATIHAN</a:t>
            </a:r>
            <a:endParaRPr sz="1800" b="1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371085762" name="Shape 329"/>
          <p:cNvSpPr/>
          <p:nvPr/>
        </p:nvSpPr>
        <p:spPr bwMode="auto">
          <a:xfrm flipH="0" flipV="0">
            <a:off x="432272" y="2285999"/>
            <a:ext cx="3453738" cy="457200"/>
          </a:xfrm>
          <a:prstGeom prst="roundRect">
            <a:avLst>
              <a:gd name="adj" fmla="val 1666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1" u="none" strike="noStrike">
                <a:solidFill>
                  <a:srgbClr val="FFFFFF"/>
                </a:solidFill>
                <a:latin typeface="Montserrat"/>
              </a:rPr>
              <a:t>PARENTING</a:t>
            </a:r>
            <a:endParaRPr sz="1800" b="1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569884123" name="Shape 329"/>
          <p:cNvSpPr/>
          <p:nvPr/>
        </p:nvSpPr>
        <p:spPr bwMode="auto">
          <a:xfrm flipH="0" flipV="0">
            <a:off x="432272" y="2971800"/>
            <a:ext cx="3453738" cy="45720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1" u="none" strike="noStrike">
                <a:solidFill>
                  <a:srgbClr val="FFFFFF"/>
                </a:solidFill>
                <a:latin typeface="Montserrat"/>
              </a:rPr>
              <a:t>KONTRIBUSI PKN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cxnSp>
        <p:nvCxnSpPr>
          <p:cNvPr id="1177443602" name=""/>
          <p:cNvCxnSpPr/>
          <p:nvPr/>
        </p:nvCxnSpPr>
        <p:spPr bwMode="auto">
          <a:xfrm flipH="1" flipV="0">
            <a:off x="5309409" y="1648145"/>
            <a:ext cx="0" cy="4773202"/>
          </a:xfrm>
          <a:prstGeom prst="line">
            <a:avLst/>
          </a:prstGeom>
          <a:ln w="38100" cap="flat" cmpd="sng">
            <a:solidFill>
              <a:schemeClr val="tx1">
                <a:lumMod val="65098"/>
                <a:lumOff val="34902"/>
              </a:schemeClr>
            </a:solidFill>
            <a:prstDash val="sysDot"/>
            <a:miter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1060636" name="PlaceHolder 1"/>
          <p:cNvSpPr>
            <a:spLocks noGrp="1"/>
          </p:cNvSpPr>
          <p:nvPr/>
        </p:nvSpPr>
        <p:spPr bwMode="auto">
          <a:xfrm flipH="0" flipV="0">
            <a:off x="365758" y="353988"/>
            <a:ext cx="2724455" cy="530476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0"/>
              </a:spcBef>
              <a:buNone/>
              <a:defRPr lang="en-US" sz="7000" b="0" u="none" strike="noStrike" cap="all" spc="-148">
                <a:solidFill>
                  <a:schemeClr val="dk1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2800" b="0" u="none" strike="noStrike" cap="all" spc="-148">
                <a:solidFill>
                  <a:schemeClr val="dk1"/>
                </a:solidFill>
                <a:latin typeface="Montserrat"/>
              </a:rPr>
              <a:t>Wiki (AI)</a:t>
            </a:r>
            <a:endParaRPr lang="en-US" sz="2800" b="0" u="none" strike="noStrike" cap="all" spc="-148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81913079" name="Title 12"/>
          <p:cNvSpPr txBox="1"/>
          <p:nvPr/>
        </p:nvSpPr>
        <p:spPr bwMode="auto">
          <a:xfrm flipH="0" flipV="0">
            <a:off x="365758" y="884464"/>
            <a:ext cx="4466169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 defTabSz="914400">
              <a:lnSpc>
                <a:spcPct val="120000"/>
              </a:lnSpc>
              <a:defRPr/>
            </a:pPr>
            <a:r>
              <a:rPr lang="en-US" sz="2100" b="1" i="1" u="none" strike="noStrike">
                <a:solidFill>
                  <a:schemeClr val="dk1"/>
                </a:solidFill>
                <a:latin typeface="Montserrat"/>
              </a:rPr>
              <a:t>wikipkn.insanmustaqbal.or.id</a:t>
            </a:r>
            <a:endParaRPr sz="2100" b="1" i="1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854810943" name="PlaceHolder 1"/>
          <p:cNvSpPr>
            <a:spLocks noGrp="1"/>
          </p:cNvSpPr>
          <p:nvPr/>
        </p:nvSpPr>
        <p:spPr bwMode="auto">
          <a:xfrm flipH="0" flipV="0">
            <a:off x="6894618" y="353988"/>
            <a:ext cx="2724454" cy="530475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0"/>
              </a:spcBef>
              <a:buNone/>
              <a:defRPr lang="en-US" sz="7000" b="0" u="none" strike="noStrike" cap="all" spc="-148">
                <a:solidFill>
                  <a:schemeClr val="dk1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2800" b="0" u="none" strike="noStrike" cap="all" spc="-148">
                <a:solidFill>
                  <a:schemeClr val="dk1"/>
                </a:solidFill>
                <a:latin typeface="Montserrat"/>
              </a:rPr>
              <a:t>Vid search</a:t>
            </a:r>
            <a:endParaRPr lang="en-US" sz="2800" b="0" u="none" strike="noStrike" cap="all" spc="-148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49322249" name="Title 12"/>
          <p:cNvSpPr txBox="1"/>
          <p:nvPr/>
        </p:nvSpPr>
        <p:spPr bwMode="auto">
          <a:xfrm flipH="0" flipV="0">
            <a:off x="6894618" y="816428"/>
            <a:ext cx="4466169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 defTabSz="914400">
              <a:lnSpc>
                <a:spcPct val="120000"/>
              </a:lnSpc>
              <a:defRPr/>
            </a:pPr>
            <a:r>
              <a:rPr lang="en-US" sz="1400" b="1" i="1" u="none" strike="noStrike" cap="none" spc="0">
                <a:solidFill>
                  <a:schemeClr val="dk1"/>
                </a:solidFill>
                <a:latin typeface="Montserrat"/>
                <a:ea typeface="Montserrat"/>
                <a:cs typeface="Montserrat"/>
              </a:rPr>
              <a:t>decaller.github.io/sqlite-vector-video-db/</a:t>
            </a:r>
            <a:endParaRPr sz="1400" b="1" i="1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52762570" name=""/>
          <p:cNvSpPr/>
          <p:nvPr/>
        </p:nvSpPr>
        <p:spPr bwMode="auto">
          <a:xfrm rot="0" flipH="0" flipV="0">
            <a:off x="436820" y="1401534"/>
            <a:ext cx="5129892" cy="532039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21382853" name=""/>
          <p:cNvSpPr/>
          <p:nvPr/>
        </p:nvSpPr>
        <p:spPr bwMode="auto">
          <a:xfrm rot="0" flipH="0" flipV="0">
            <a:off x="6894618" y="1401534"/>
            <a:ext cx="5129892" cy="532039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9579866" name="PlaceHolder 1"/>
          <p:cNvSpPr>
            <a:spLocks noGrp="1"/>
          </p:cNvSpPr>
          <p:nvPr/>
        </p:nvSpPr>
        <p:spPr bwMode="auto">
          <a:xfrm flipH="0" flipV="0">
            <a:off x="365758" y="353988"/>
            <a:ext cx="2724455" cy="530476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0"/>
              </a:spcBef>
              <a:buNone/>
              <a:defRPr lang="en-US" sz="7000" b="0" u="none" strike="noStrike" cap="all" spc="-148">
                <a:solidFill>
                  <a:schemeClr val="dk1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2800" b="0" u="none" strike="noStrike" cap="all" spc="-148">
                <a:solidFill>
                  <a:schemeClr val="dk1"/>
                </a:solidFill>
                <a:latin typeface="Montserrat"/>
              </a:rPr>
              <a:t>TB40 Alt</a:t>
            </a:r>
            <a:endParaRPr lang="en-US" sz="2800" b="0" u="none" strike="noStrike" cap="all" spc="-148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47281280" name="Title 12"/>
          <p:cNvSpPr txBox="1"/>
          <p:nvPr/>
        </p:nvSpPr>
        <p:spPr bwMode="auto">
          <a:xfrm flipH="0" flipV="0">
            <a:off x="365758" y="884464"/>
            <a:ext cx="4466169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 defTabSz="914400">
              <a:lnSpc>
                <a:spcPct val="120000"/>
              </a:lnSpc>
              <a:defRPr/>
            </a:pPr>
            <a:r>
              <a:rPr lang="en-US" sz="2100" b="1" i="1" u="none" strike="noStrike" cap="none" spc="0">
                <a:solidFill>
                  <a:schemeClr val="dk1"/>
                </a:solidFill>
                <a:latin typeface="Montserrat"/>
                <a:ea typeface="Montserrat"/>
                <a:cs typeface="Montserrat"/>
              </a:rPr>
              <a:t>tb40.insanmustaqbal.or.id</a:t>
            </a:r>
            <a:endParaRPr sz="2100" b="1" i="1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4222422" name="PlaceHolder 1"/>
          <p:cNvSpPr>
            <a:spLocks noGrp="1"/>
          </p:cNvSpPr>
          <p:nvPr/>
        </p:nvSpPr>
        <p:spPr bwMode="auto">
          <a:xfrm flipH="0" flipV="0">
            <a:off x="7226480" y="353988"/>
            <a:ext cx="4735590" cy="530475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0"/>
              </a:spcBef>
              <a:buNone/>
              <a:defRPr lang="en-US" sz="7000" b="0" u="none" strike="noStrike" cap="all" spc="-148">
                <a:solidFill>
                  <a:schemeClr val="dk1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2800" b="0" u="none" strike="noStrike" cap="all" spc="-148">
                <a:solidFill>
                  <a:schemeClr val="dk1"/>
                </a:solidFill>
                <a:latin typeface="Montserrat"/>
              </a:rPr>
              <a:t>Lembar Observasi</a:t>
            </a:r>
            <a:endParaRPr lang="en-US" sz="2800" b="0" u="none" strike="noStrike" cap="all" spc="-148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19313802" name="Title 12"/>
          <p:cNvSpPr txBox="1"/>
          <p:nvPr/>
        </p:nvSpPr>
        <p:spPr bwMode="auto">
          <a:xfrm flipH="0" flipV="0">
            <a:off x="7226480" y="816428"/>
            <a:ext cx="4466169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 defTabSz="914400">
              <a:lnSpc>
                <a:spcPct val="120000"/>
              </a:lnSpc>
              <a:defRPr/>
            </a:pPr>
            <a:r>
              <a:rPr lang="en-US" sz="1400" b="1" i="1" u="none" strike="noStrike" cap="none" spc="0">
                <a:solidFill>
                  <a:schemeClr val="dk1"/>
                </a:solidFill>
                <a:latin typeface="Montserrat"/>
                <a:ea typeface="Montserrat"/>
                <a:cs typeface="Montserrat"/>
              </a:rPr>
              <a:t>bit.ly/obsfitrah</a:t>
            </a:r>
            <a:endParaRPr sz="1400" b="1" i="1" u="none" strike="noStrike">
              <a:solidFill>
                <a:schemeClr val="dk1"/>
              </a:solidFill>
              <a:latin typeface="Montserrat"/>
            </a:endParaRPr>
          </a:p>
        </p:txBody>
      </p:sp>
      <p:pic>
        <p:nvPicPr>
          <p:cNvPr id="17112816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7173356" y="1299958"/>
            <a:ext cx="4108358" cy="5819094"/>
          </a:xfrm>
          <a:prstGeom prst="rect">
            <a:avLst/>
          </a:prstGeom>
        </p:spPr>
      </p:pic>
      <p:sp>
        <p:nvSpPr>
          <p:cNvPr id="1028105912" name=""/>
          <p:cNvSpPr/>
          <p:nvPr/>
        </p:nvSpPr>
        <p:spPr bwMode="auto">
          <a:xfrm rot="0" flipH="0" flipV="0">
            <a:off x="436821" y="1401535"/>
            <a:ext cx="5129892" cy="532039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418493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365759" y="832484"/>
            <a:ext cx="5120279" cy="2614612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2800" b="1" i="1" u="none" strike="noStrike" cap="all" spc="-149">
                <a:solidFill>
                  <a:schemeClr val="dk1"/>
                </a:solidFill>
                <a:latin typeface="Montserrat"/>
              </a:rPr>
              <a:t>Alhamdulillah</a:t>
            </a:r>
            <a:endParaRPr sz="2800" b="1" i="1" u="none" strike="noStrike" cap="all" spc="-149">
              <a:solidFill>
                <a:schemeClr val="dk1"/>
              </a:solidFill>
              <a:latin typeface="Montserrat"/>
            </a:endParaRPr>
          </a:p>
        </p:txBody>
      </p:sp>
      <p:pic>
        <p:nvPicPr>
          <p:cNvPr id="157814421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745479" y="365760"/>
            <a:ext cx="4601463" cy="6162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Modular maximalism">
  <a:themeElements>
    <a:clrScheme name="Modular maximalism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FCC6E8"/>
      </a:accent1>
      <a:accent2>
        <a:srgbClr val="FE9F69"/>
      </a:accent2>
      <a:accent3>
        <a:srgbClr val="BDDBE1"/>
      </a:accent3>
      <a:accent4>
        <a:srgbClr val="E7D7EA"/>
      </a:accent4>
      <a:accent5>
        <a:srgbClr val="FD6456"/>
      </a:accent5>
      <a:accent6>
        <a:srgbClr val="B2BE32"/>
      </a:accent6>
      <a:hlink>
        <a:srgbClr val="467886"/>
      </a:hlink>
      <a:folHlink>
        <a:srgbClr val="96607D"/>
      </a:folHlink>
    </a:clrScheme>
    <a:fontScheme name="Montserrat">
      <a:majorFont>
        <a:latin typeface="Montserrat"/>
        <a:ea typeface="Montserrat"/>
        <a:cs typeface="Montserrat"/>
      </a:majorFont>
      <a:minorFont>
        <a:latin typeface="Montserrat"/>
        <a:ea typeface="Montserrat"/>
        <a:cs typeface="Montserrat"/>
      </a:minorFont>
    </a:fontScheme>
    <a:fmtScheme name="Modular maximalism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Modular maximalism">
  <a:themeElements>
    <a:clrScheme name="Modular maximalism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FCC6E8"/>
      </a:accent1>
      <a:accent2>
        <a:srgbClr val="FE9F69"/>
      </a:accent2>
      <a:accent3>
        <a:srgbClr val="BDDBE1"/>
      </a:accent3>
      <a:accent4>
        <a:srgbClr val="E7D7EA"/>
      </a:accent4>
      <a:accent5>
        <a:srgbClr val="FD6456"/>
      </a:accent5>
      <a:accent6>
        <a:srgbClr val="B2BE32"/>
      </a:accent6>
      <a:hlink>
        <a:srgbClr val="467886"/>
      </a:hlink>
      <a:folHlink>
        <a:srgbClr val="96607D"/>
      </a:folHlink>
    </a:clrScheme>
    <a:fontScheme name="">
      <a:majorFont>
        <a:latin typeface="Montserrat"/>
        <a:ea typeface="Montserrat"/>
        <a:cs typeface="Montserrat"/>
      </a:majorFont>
      <a:minorFont>
        <a:latin typeface="Montserrat"/>
        <a:ea typeface="Montserrat"/>
        <a:cs typeface="Montserrat"/>
      </a:minorFont>
    </a:fontScheme>
    <a:fmtScheme name="Modular maximalism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19</Slides>
  <Notes>19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Sandbox and out of the box</dc:title>
  <dc:creator>Harridi Ilman Tovid</dc:creator>
  <cp:lastModifiedBy/>
  <cp:revision>12</cp:revision>
  <dcterms:created xsi:type="dcterms:W3CDTF">2026-10-17T05:39:16Z</dcterms:created>
  <dcterms:modified xsi:type="dcterms:W3CDTF">2026-10-17T13:45:05Z</dcterms:modified>
</cp:coreProperties>
</file>