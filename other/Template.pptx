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3.xml" ContentType="application/vnd.openxmlformats-officedocument.presentationml.notesSlide+xml"/>
  <Override PartName="/ppt/slideLayouts/slideLayout3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57.xml" ContentType="application/vnd.openxmlformats-officedocument.presentationml.slideLayout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3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3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4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42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7772400" cy="10058400"/>
  <p:defaultTextStyle>
    <a:lvl1pPr marL="0" algn="l">
      <a:defRPr sz="1800">
        <a:solidFill>
          <a:schemeClr val="tx1"/>
        </a:solidFill>
        <a:latin typeface="+mn-lt"/>
      </a:defRPr>
    </a:lvl1pPr>
    <a:lvl2pPr marL="457200" algn="l">
      <a:defRPr sz="1800">
        <a:solidFill>
          <a:schemeClr val="tx1"/>
        </a:solidFill>
        <a:latin typeface="+mn-lt"/>
      </a:defRPr>
    </a:lvl2pPr>
    <a:lvl3pPr marL="914400" algn="l">
      <a:defRPr sz="1800">
        <a:solidFill>
          <a:schemeClr val="tx1"/>
        </a:solidFill>
        <a:latin typeface="+mn-lt"/>
      </a:defRPr>
    </a:lvl3pPr>
    <a:lvl4pPr marL="1371600" algn="l">
      <a:defRPr sz="1800">
        <a:solidFill>
          <a:schemeClr val="tx1"/>
        </a:solidFill>
        <a:latin typeface="+mn-lt"/>
      </a:defRPr>
    </a:lvl4pPr>
    <a:lvl5pPr marL="1828800" algn="l">
      <a:defRPr sz="1800">
        <a:solidFill>
          <a:schemeClr val="tx1"/>
        </a:solidFill>
        <a:latin typeface="+mn-lt"/>
      </a:defRPr>
    </a:lvl5pPr>
    <a:lvl6pPr marL="2286000" algn="l">
      <a:defRPr sz="1800">
        <a:solidFill>
          <a:schemeClr val="tx1"/>
        </a:solidFill>
        <a:latin typeface="+mn-lt"/>
      </a:defRPr>
    </a:lvl6pPr>
    <a:lvl7pPr marL="2743200" algn="l">
      <a:defRPr sz="1800">
        <a:solidFill>
          <a:schemeClr val="tx1"/>
        </a:solidFill>
        <a:latin typeface="+mn-lt"/>
      </a:defRPr>
    </a:lvl7pPr>
    <a:lvl8pPr marL="3200400" algn="l">
      <a:defRPr sz="1800">
        <a:solidFill>
          <a:schemeClr val="tx1"/>
        </a:solidFill>
        <a:latin typeface="+mn-lt"/>
      </a:defRPr>
    </a:lvl8pPr>
    <a:lvl9pPr marL="3657600" algn="l">
      <a:defRPr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noFill/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noFill/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1219020192" y="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1839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689321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166765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657923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985092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118990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938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695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062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29630F-29FF-379C-CF86-1109A03050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651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9363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752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034390-6B57-1E47-3A2F-2F50B144DA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688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175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07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8A2753-9DB3-F266-7643-6CB3353EE9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904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6700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93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30BFC5-33DF-89B0-F8CF-E953CE3A1E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883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511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10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2FD0F-9269-E141-9402-B7ED0011B4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94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58481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262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487B7-DE96-E8C9-D752-7960C92B36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338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477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62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5C52F7-163F-98DE-9D6F-EB386C6FAE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366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043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20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7B156B-6B74-00E4-B293-200ACB054A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01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2916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176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2FD064-9E73-6DE3-1BF2-1CCEA39978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005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070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614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5F1B6D-361F-583B-285F-F0B5426618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286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95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812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74E91-6978-3545-4142-226366457E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888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8797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16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25ABFB-DC2D-C9B8-CD16-90DD5A5C26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816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7597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48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81FDF2-2512-FCCB-C97F-23A2F3A568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Title with Pictur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62779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5218200"/>
            <a:ext cx="11460240" cy="78587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4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4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4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Section Header 2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91719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4672440"/>
            <a:ext cx="11429640" cy="20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7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26771990" name="PlaceHolder 3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  <a:lvl4pPr marL="457200" algn="l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Montserrat"/>
              </a:defRPr>
            </a:lvl4pPr>
            <a:lvl5pPr marL="4572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Montserrat"/>
              </a:defRPr>
            </a:lvl5pPr>
            <a:lvl6pPr marL="4572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Montserrat"/>
              </a:defRPr>
            </a:lvl6pPr>
            <a:lvl7pPr marL="4572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Montserrat"/>
              </a:defRPr>
            </a:lvl7pPr>
          </a:lstStyle>
          <a:p>
            <a:pPr indent="0" algn="l" defTabSz="914400"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lvl="1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2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Outline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3" algn="l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4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Montserrat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Montserrat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Montserrat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Agenda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521895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8467200" cy="155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86508188" name="PlaceHolder 2"/>
          <p:cNvSpPr>
            <a:spLocks noGrp="1"/>
          </p:cNvSpPr>
          <p:nvPr>
            <p:ph type="body"/>
          </p:nvPr>
        </p:nvSpPr>
        <p:spPr bwMode="auto">
          <a:xfrm>
            <a:off x="365760" y="2333880"/>
            <a:ext cx="8467200" cy="36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64999305" name="PlaceHolder 3"/>
          <p:cNvSpPr>
            <a:spLocks noGrp="1"/>
          </p:cNvSpPr>
          <p:nvPr>
            <p:ph type="dt" idx="1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662957" name="PlaceHolder 4"/>
          <p:cNvSpPr>
            <a:spLocks noGrp="1"/>
          </p:cNvSpPr>
          <p:nvPr>
            <p:ph type="ftr" idx="2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7470" name="PlaceHolder 5"/>
          <p:cNvSpPr>
            <a:spLocks noGrp="1"/>
          </p:cNvSpPr>
          <p:nvPr>
            <p:ph type="sldNum" idx="3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7C18080-B33E-4073-8615-72D8F5AE8F78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Agenda with Picture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013145" name="PlaceHolder 1"/>
          <p:cNvSpPr>
            <a:spLocks noGrp="1"/>
          </p:cNvSpPr>
          <p:nvPr>
            <p:ph type="title"/>
          </p:nvPr>
        </p:nvSpPr>
        <p:spPr bwMode="auto">
          <a:xfrm>
            <a:off x="7132320" y="457200"/>
            <a:ext cx="4663080" cy="155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89730489" name="PlaceHolder 3"/>
          <p:cNvSpPr>
            <a:spLocks noGrp="1"/>
          </p:cNvSpPr>
          <p:nvPr>
            <p:ph type="body"/>
          </p:nvPr>
        </p:nvSpPr>
        <p:spPr bwMode="auto">
          <a:xfrm>
            <a:off x="7132320" y="2743200"/>
            <a:ext cx="4663080" cy="33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83087893" name="PlaceHolder 4"/>
          <p:cNvSpPr>
            <a:spLocks noGrp="1"/>
          </p:cNvSpPr>
          <p:nvPr>
            <p:ph type="dt" idx="4"/>
          </p:nvPr>
        </p:nvSpPr>
        <p:spPr bwMode="auto">
          <a:xfrm>
            <a:off x="7135200" y="6245280"/>
            <a:ext cx="1996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0708358" name="PlaceHolder 5"/>
          <p:cNvSpPr>
            <a:spLocks noGrp="1"/>
          </p:cNvSpPr>
          <p:nvPr>
            <p:ph type="ftr" idx="5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635224" name="PlaceHolder 6"/>
          <p:cNvSpPr>
            <a:spLocks noGrp="1"/>
          </p:cNvSpPr>
          <p:nvPr>
            <p:ph type="sldNum" idx="6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5CB9569-04AF-4288-8880-64CE52ABE7A3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Agenda with Picture 2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243204" name="PlaceHolder 1"/>
          <p:cNvSpPr>
            <a:spLocks noGrp="1"/>
          </p:cNvSpPr>
          <p:nvPr>
            <p:ph type="title"/>
          </p:nvPr>
        </p:nvSpPr>
        <p:spPr bwMode="auto">
          <a:xfrm>
            <a:off x="364320" y="453960"/>
            <a:ext cx="4114440" cy="19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21943107" name="PlaceHolder 2"/>
          <p:cNvSpPr>
            <a:spLocks noGrp="1"/>
          </p:cNvSpPr>
          <p:nvPr>
            <p:ph type="body"/>
          </p:nvPr>
        </p:nvSpPr>
        <p:spPr bwMode="auto">
          <a:xfrm>
            <a:off x="364320" y="2855160"/>
            <a:ext cx="4114440" cy="33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04841989" name="PlaceHolder 4"/>
          <p:cNvSpPr>
            <a:spLocks noGrp="1"/>
          </p:cNvSpPr>
          <p:nvPr>
            <p:ph type="dt" idx="7"/>
          </p:nvPr>
        </p:nvSpPr>
        <p:spPr bwMode="auto">
          <a:xfrm>
            <a:off x="364320" y="6245280"/>
            <a:ext cx="774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0429904" name="PlaceHolder 5"/>
          <p:cNvSpPr>
            <a:spLocks noGrp="1"/>
          </p:cNvSpPr>
          <p:nvPr>
            <p:ph type="ftr" idx="8"/>
          </p:nvPr>
        </p:nvSpPr>
        <p:spPr bwMode="auto">
          <a:xfrm>
            <a:off x="1337040" y="6249960"/>
            <a:ext cx="2765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901586" name="PlaceHolder 6"/>
          <p:cNvSpPr>
            <a:spLocks noGrp="1"/>
          </p:cNvSpPr>
          <p:nvPr>
            <p:ph type="sldNum" idx="9"/>
          </p:nvPr>
        </p:nvSpPr>
        <p:spPr bwMode="auto">
          <a:xfrm>
            <a:off x="405324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F533E07-937E-4FED-8300-891295843456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2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359874" name="PlaceHolder 1"/>
          <p:cNvSpPr>
            <a:spLocks noGrp="1"/>
          </p:cNvSpPr>
          <p:nvPr>
            <p:ph type="title"/>
          </p:nvPr>
        </p:nvSpPr>
        <p:spPr bwMode="auto">
          <a:xfrm>
            <a:off x="1028520" y="2386080"/>
            <a:ext cx="4324680" cy="245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44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44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44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82162054" name="PlaceHolder 2"/>
          <p:cNvSpPr>
            <a:spLocks noGrp="1"/>
          </p:cNvSpPr>
          <p:nvPr>
            <p:ph type="body"/>
          </p:nvPr>
        </p:nvSpPr>
        <p:spPr bwMode="auto">
          <a:xfrm>
            <a:off x="6273720" y="2386440"/>
            <a:ext cx="4324680" cy="24595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803714834" name="PlaceHolder 3"/>
          <p:cNvSpPr>
            <a:spLocks noGrp="1"/>
          </p:cNvSpPr>
          <p:nvPr>
            <p:ph type="dt" idx="10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855779" name="PlaceHolder 4"/>
          <p:cNvSpPr>
            <a:spLocks noGrp="1"/>
          </p:cNvSpPr>
          <p:nvPr>
            <p:ph type="ftr" idx="11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4799549" name="PlaceHolder 5"/>
          <p:cNvSpPr>
            <a:spLocks noGrp="1"/>
          </p:cNvSpPr>
          <p:nvPr>
            <p:ph type="sldNum" idx="12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A28B55B-FA15-48BA-860D-0231187503D9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3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897026" name="PlaceHolder 1"/>
          <p:cNvSpPr>
            <a:spLocks noGrp="1"/>
          </p:cNvSpPr>
          <p:nvPr>
            <p:ph type="title"/>
          </p:nvPr>
        </p:nvSpPr>
        <p:spPr bwMode="auto">
          <a:xfrm>
            <a:off x="914400" y="2386080"/>
            <a:ext cx="5325840" cy="245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7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088062424" name="PlaceHolder 2"/>
          <p:cNvSpPr>
            <a:spLocks noGrp="1"/>
          </p:cNvSpPr>
          <p:nvPr>
            <p:ph type="body"/>
          </p:nvPr>
        </p:nvSpPr>
        <p:spPr bwMode="auto">
          <a:xfrm>
            <a:off x="6400800" y="2386440"/>
            <a:ext cx="4846320" cy="24595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31711777" name="PlaceHolder 3"/>
          <p:cNvSpPr>
            <a:spLocks noGrp="1"/>
          </p:cNvSpPr>
          <p:nvPr>
            <p:ph type="dt" idx="13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868093" name="PlaceHolder 4"/>
          <p:cNvSpPr>
            <a:spLocks noGrp="1"/>
          </p:cNvSpPr>
          <p:nvPr>
            <p:ph type="ftr" idx="14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972228" name="PlaceHolder 5"/>
          <p:cNvSpPr>
            <a:spLocks noGrp="1"/>
          </p:cNvSpPr>
          <p:nvPr>
            <p:ph type="sldNum" idx="15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0E0EBC0-ADA9-4FA7-889C-9287646BC794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4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6905" name="PlaceHolder 1"/>
          <p:cNvSpPr>
            <a:spLocks noGrp="1"/>
          </p:cNvSpPr>
          <p:nvPr>
            <p:ph type="title"/>
          </p:nvPr>
        </p:nvSpPr>
        <p:spPr bwMode="auto">
          <a:xfrm>
            <a:off x="1028520" y="2258640"/>
            <a:ext cx="3812760" cy="35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6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6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7381673" name="PlaceHolder 2"/>
          <p:cNvSpPr>
            <a:spLocks noGrp="1"/>
          </p:cNvSpPr>
          <p:nvPr>
            <p:ph type="body"/>
          </p:nvPr>
        </p:nvSpPr>
        <p:spPr bwMode="auto">
          <a:xfrm>
            <a:off x="5519880" y="2254320"/>
            <a:ext cx="4955760" cy="355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  <a:lvl4pPr marL="685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4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685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23655294" name="PlaceHolder 3"/>
          <p:cNvSpPr>
            <a:spLocks noGrp="1"/>
          </p:cNvSpPr>
          <p:nvPr>
            <p:ph type="dt" idx="16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879841" name="PlaceHolder 4"/>
          <p:cNvSpPr>
            <a:spLocks noGrp="1"/>
          </p:cNvSpPr>
          <p:nvPr>
            <p:ph type="ftr" idx="17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8438335" name="PlaceHolder 5"/>
          <p:cNvSpPr>
            <a:spLocks noGrp="1"/>
          </p:cNvSpPr>
          <p:nvPr>
            <p:ph type="sldNum" idx="18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DA25AB8-FB3A-479C-8780-0B7E5F586C0F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5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858999" name="PlaceHolder 1"/>
          <p:cNvSpPr>
            <a:spLocks noGrp="1"/>
          </p:cNvSpPr>
          <p:nvPr>
            <p:ph type="title"/>
          </p:nvPr>
        </p:nvSpPr>
        <p:spPr bwMode="auto">
          <a:xfrm>
            <a:off x="614520" y="1371600"/>
            <a:ext cx="4145400" cy="463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6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Click to </a:t>
            </a: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edit </a:t>
            </a: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Master </a:t>
            </a: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title </a:t>
            </a: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style</a:t>
            </a:r>
            <a:endParaRPr lang="en-US" sz="36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11248125" name="PlaceHolder 2"/>
          <p:cNvSpPr>
            <a:spLocks noGrp="1"/>
          </p:cNvSpPr>
          <p:nvPr>
            <p:ph type="body"/>
          </p:nvPr>
        </p:nvSpPr>
        <p:spPr bwMode="auto">
          <a:xfrm>
            <a:off x="5519880" y="1371600"/>
            <a:ext cx="5681160" cy="481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09288657" name="PlaceHolder 3"/>
          <p:cNvSpPr>
            <a:spLocks noGrp="1"/>
          </p:cNvSpPr>
          <p:nvPr>
            <p:ph type="dt" idx="19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099472" name="PlaceHolder 4"/>
          <p:cNvSpPr>
            <a:spLocks noGrp="1"/>
          </p:cNvSpPr>
          <p:nvPr>
            <p:ph type="ftr" idx="20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357056" name="PlaceHolder 5"/>
          <p:cNvSpPr>
            <a:spLocks noGrp="1"/>
          </p:cNvSpPr>
          <p:nvPr>
            <p:ph type="sldNum" idx="21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AEFC29A-6C4F-4141-86E3-1A3E2D58E3A2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6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807765" name="PlaceHolder 1"/>
          <p:cNvSpPr>
            <a:spLocks noGrp="1"/>
          </p:cNvSpPr>
          <p:nvPr>
            <p:ph type="title"/>
          </p:nvPr>
        </p:nvSpPr>
        <p:spPr bwMode="auto">
          <a:xfrm>
            <a:off x="614520" y="731520"/>
            <a:ext cx="4141800" cy="494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6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6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42530342" name="PlaceHolder 2"/>
          <p:cNvSpPr>
            <a:spLocks noGrp="1"/>
          </p:cNvSpPr>
          <p:nvPr>
            <p:ph type="body"/>
          </p:nvPr>
        </p:nvSpPr>
        <p:spPr bwMode="auto">
          <a:xfrm>
            <a:off x="5522760" y="731520"/>
            <a:ext cx="6159240" cy="539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67886629" name="PlaceHolder 3"/>
          <p:cNvSpPr>
            <a:spLocks noGrp="1"/>
          </p:cNvSpPr>
          <p:nvPr>
            <p:ph type="dt" idx="22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169221" name="PlaceHolder 4"/>
          <p:cNvSpPr>
            <a:spLocks noGrp="1"/>
          </p:cNvSpPr>
          <p:nvPr>
            <p:ph type="ftr" idx="23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77030" name="PlaceHolder 5"/>
          <p:cNvSpPr>
            <a:spLocks noGrp="1"/>
          </p:cNvSpPr>
          <p:nvPr>
            <p:ph type="sldNum" idx="24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E19C649-D3E0-46CB-87C1-67136E4226A6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7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970879" name="PlaceHolder 1"/>
          <p:cNvSpPr>
            <a:spLocks noGrp="1"/>
          </p:cNvSpPr>
          <p:nvPr>
            <p:ph type="title"/>
          </p:nvPr>
        </p:nvSpPr>
        <p:spPr bwMode="auto">
          <a:xfrm>
            <a:off x="372600" y="365760"/>
            <a:ext cx="3493800" cy="57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41671486" name="PlaceHolder 2"/>
          <p:cNvSpPr>
            <a:spLocks noGrp="1"/>
          </p:cNvSpPr>
          <p:nvPr>
            <p:ph type="body"/>
          </p:nvPr>
        </p:nvSpPr>
        <p:spPr bwMode="auto">
          <a:xfrm>
            <a:off x="4504320" y="365760"/>
            <a:ext cx="7314840" cy="580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10667358" name="PlaceHolder 3"/>
          <p:cNvSpPr>
            <a:spLocks noGrp="1"/>
          </p:cNvSpPr>
          <p:nvPr>
            <p:ph type="dt" idx="25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9476379" name="PlaceHolder 4"/>
          <p:cNvSpPr>
            <a:spLocks noGrp="1"/>
          </p:cNvSpPr>
          <p:nvPr>
            <p:ph type="ftr" idx="26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57428" name="PlaceHolder 5"/>
          <p:cNvSpPr>
            <a:spLocks noGrp="1"/>
          </p:cNvSpPr>
          <p:nvPr>
            <p:ph type="sldNum" idx="27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0EBE78A-EB3E-401E-81B5-D7F53201DAF3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matchingName="" preserve="1" showMasterPhAnim="0" showMasterSp="1" type="obj" userDrawn="1">
  <p:cSld name="Content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56393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10653120" cy="113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06208797" name="PlaceHolder 2"/>
          <p:cNvSpPr>
            <a:spLocks noGrp="1"/>
          </p:cNvSpPr>
          <p:nvPr>
            <p:ph type="body"/>
          </p:nvPr>
        </p:nvSpPr>
        <p:spPr bwMode="auto">
          <a:xfrm>
            <a:off x="365760" y="1554480"/>
            <a:ext cx="10653120" cy="459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93270306" name="PlaceHolder 3"/>
          <p:cNvSpPr>
            <a:spLocks noGrp="1"/>
          </p:cNvSpPr>
          <p:nvPr>
            <p:ph type="dt" idx="28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9940449" name="PlaceHolder 4"/>
          <p:cNvSpPr>
            <a:spLocks noGrp="1"/>
          </p:cNvSpPr>
          <p:nvPr>
            <p:ph type="ftr" idx="29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916292" name="PlaceHolder 5"/>
          <p:cNvSpPr>
            <a:spLocks noGrp="1"/>
          </p:cNvSpPr>
          <p:nvPr>
            <p:ph type="sldNum" idx="30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DC07AEC-4DB1-4201-8352-72C66BEDFD24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matchingName="" preserve="1" showMasterPhAnim="0" showMasterSp="1" type="obj" userDrawn="1">
  <p:cSld name="Content 8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288971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11459520" cy="19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43463233" name="PlaceHolder 2"/>
          <p:cNvSpPr>
            <a:spLocks noGrp="1"/>
          </p:cNvSpPr>
          <p:nvPr>
            <p:ph type="body"/>
          </p:nvPr>
        </p:nvSpPr>
        <p:spPr bwMode="auto">
          <a:xfrm>
            <a:off x="365760" y="2817360"/>
            <a:ext cx="11459520" cy="333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94471411" name="PlaceHolder 3"/>
          <p:cNvSpPr>
            <a:spLocks noGrp="1"/>
          </p:cNvSpPr>
          <p:nvPr>
            <p:ph type="dt" idx="31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391137" name="PlaceHolder 4"/>
          <p:cNvSpPr>
            <a:spLocks noGrp="1"/>
          </p:cNvSpPr>
          <p:nvPr>
            <p:ph type="ftr" idx="32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689408" name="PlaceHolder 5"/>
          <p:cNvSpPr>
            <a:spLocks noGrp="1"/>
          </p:cNvSpPr>
          <p:nvPr>
            <p:ph type="sldNum" idx="33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6691E27-B508-415C-87D0-C4D21ED26529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matchingName="" preserve="1" showMasterPhAnim="0" showMasterSp="1" type="obj" userDrawn="1">
  <p:cSld name="Content 9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278921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8229240" cy="19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49044899" name="PlaceHolder 2"/>
          <p:cNvSpPr>
            <a:spLocks noGrp="1"/>
          </p:cNvSpPr>
          <p:nvPr>
            <p:ph type="body"/>
          </p:nvPr>
        </p:nvSpPr>
        <p:spPr bwMode="auto">
          <a:xfrm>
            <a:off x="4297680" y="2651760"/>
            <a:ext cx="7447320" cy="338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02944951" name="PlaceHolder 3"/>
          <p:cNvSpPr>
            <a:spLocks noGrp="1"/>
          </p:cNvSpPr>
          <p:nvPr>
            <p:ph type="dt" idx="34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6683823" name="PlaceHolder 4"/>
          <p:cNvSpPr>
            <a:spLocks noGrp="1"/>
          </p:cNvSpPr>
          <p:nvPr>
            <p:ph type="ftr" idx="35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681797" name="PlaceHolder 5"/>
          <p:cNvSpPr>
            <a:spLocks noGrp="1"/>
          </p:cNvSpPr>
          <p:nvPr>
            <p:ph type="sldNum" idx="36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2295ADB-18B5-42DF-841D-0CD078D9C33A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611344" name="PlaceHolder 1"/>
          <p:cNvSpPr>
            <a:spLocks noGrp="1"/>
          </p:cNvSpPr>
          <p:nvPr>
            <p:ph type="title"/>
          </p:nvPr>
        </p:nvSpPr>
        <p:spPr bwMode="auto">
          <a:xfrm>
            <a:off x="5538960" y="365760"/>
            <a:ext cx="609300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edit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Master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title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98480501" name="PlaceHolder 3"/>
          <p:cNvSpPr>
            <a:spLocks noGrp="1"/>
          </p:cNvSpPr>
          <p:nvPr>
            <p:ph type="body"/>
          </p:nvPr>
        </p:nvSpPr>
        <p:spPr bwMode="auto">
          <a:xfrm>
            <a:off x="5538960" y="1645920"/>
            <a:ext cx="6071400" cy="448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103109460" name="PlaceHolder 4"/>
          <p:cNvSpPr>
            <a:spLocks noGrp="1"/>
          </p:cNvSpPr>
          <p:nvPr>
            <p:ph type="dt" idx="37"/>
          </p:nvPr>
        </p:nvSpPr>
        <p:spPr bwMode="auto">
          <a:xfrm>
            <a:off x="5538960" y="6245280"/>
            <a:ext cx="3337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62166" name="PlaceHolder 5"/>
          <p:cNvSpPr>
            <a:spLocks noGrp="1"/>
          </p:cNvSpPr>
          <p:nvPr>
            <p:ph type="ftr" idx="38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503504" name="PlaceHolder 6"/>
          <p:cNvSpPr>
            <a:spLocks noGrp="1"/>
          </p:cNvSpPr>
          <p:nvPr>
            <p:ph type="sldNum" idx="39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68F4DDF-D2E1-4FB2-8AD5-43352C6D5A27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2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761690" name="PlaceHolder 1"/>
          <p:cNvSpPr>
            <a:spLocks noGrp="1"/>
          </p:cNvSpPr>
          <p:nvPr>
            <p:ph type="title"/>
          </p:nvPr>
        </p:nvSpPr>
        <p:spPr bwMode="auto">
          <a:xfrm>
            <a:off x="5120640" y="365760"/>
            <a:ext cx="672048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3593669" name="PlaceHolder 3"/>
          <p:cNvSpPr>
            <a:spLocks noGrp="1"/>
          </p:cNvSpPr>
          <p:nvPr>
            <p:ph type="body"/>
          </p:nvPr>
        </p:nvSpPr>
        <p:spPr bwMode="auto">
          <a:xfrm>
            <a:off x="5120640" y="3474720"/>
            <a:ext cx="6720480" cy="265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85917406" name="PlaceHolder 4"/>
          <p:cNvSpPr>
            <a:spLocks noGrp="1"/>
          </p:cNvSpPr>
          <p:nvPr>
            <p:ph type="dt" idx="40"/>
          </p:nvPr>
        </p:nvSpPr>
        <p:spPr bwMode="auto">
          <a:xfrm>
            <a:off x="5120640" y="6245280"/>
            <a:ext cx="3337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069232" name="PlaceHolder 5"/>
          <p:cNvSpPr>
            <a:spLocks noGrp="1"/>
          </p:cNvSpPr>
          <p:nvPr>
            <p:ph type="ftr" idx="41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707222" name="PlaceHolder 6"/>
          <p:cNvSpPr>
            <a:spLocks noGrp="1"/>
          </p:cNvSpPr>
          <p:nvPr>
            <p:ph type="sldNum" idx="42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A6953B8-55C7-4665-8FBF-ECDD83733D08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3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43210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61351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ck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to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edi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Ma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ste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r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titl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sty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63897604" name="PlaceHolder 2"/>
          <p:cNvSpPr>
            <a:spLocks noGrp="1"/>
          </p:cNvSpPr>
          <p:nvPr>
            <p:ph type="body"/>
          </p:nvPr>
        </p:nvSpPr>
        <p:spPr bwMode="auto">
          <a:xfrm>
            <a:off x="365760" y="1645920"/>
            <a:ext cx="6135120" cy="448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071408389" name="PlaceHolder 3"/>
          <p:cNvSpPr>
            <a:spLocks noGrp="1"/>
          </p:cNvSpPr>
          <p:nvPr>
            <p:ph type="dt" idx="43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444007" name="PlaceHolder 4"/>
          <p:cNvSpPr>
            <a:spLocks noGrp="1"/>
          </p:cNvSpPr>
          <p:nvPr>
            <p:ph type="ftr" idx="44"/>
          </p:nvPr>
        </p:nvSpPr>
        <p:spPr bwMode="auto">
          <a:xfrm>
            <a:off x="3950640" y="624528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5914526" name="PlaceHolder 5"/>
          <p:cNvSpPr>
            <a:spLocks noGrp="1"/>
          </p:cNvSpPr>
          <p:nvPr>
            <p:ph type="sldNum" idx="45"/>
          </p:nvPr>
        </p:nvSpPr>
        <p:spPr bwMode="auto">
          <a:xfrm>
            <a:off x="6706080" y="624528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9CDF82F-60EF-45A0-8947-957C12429A6D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4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931662" name="PlaceHolder 1"/>
          <p:cNvSpPr>
            <a:spLocks noGrp="1"/>
          </p:cNvSpPr>
          <p:nvPr>
            <p:ph type="title"/>
          </p:nvPr>
        </p:nvSpPr>
        <p:spPr bwMode="auto">
          <a:xfrm>
            <a:off x="4745880" y="320040"/>
            <a:ext cx="6857640" cy="93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to edit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Master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title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57025886" name="PlaceHolder 3"/>
          <p:cNvSpPr>
            <a:spLocks noGrp="1"/>
          </p:cNvSpPr>
          <p:nvPr>
            <p:ph type="body"/>
          </p:nvPr>
        </p:nvSpPr>
        <p:spPr bwMode="auto">
          <a:xfrm>
            <a:off x="4745880" y="1380600"/>
            <a:ext cx="6857640" cy="49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618907039" name="PlaceHolder 4"/>
          <p:cNvSpPr>
            <a:spLocks noGrp="1"/>
          </p:cNvSpPr>
          <p:nvPr>
            <p:ph type="dt" idx="46"/>
          </p:nvPr>
        </p:nvSpPr>
        <p:spPr bwMode="auto">
          <a:xfrm>
            <a:off x="4745880" y="624528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758380" name="PlaceHolder 5"/>
          <p:cNvSpPr>
            <a:spLocks noGrp="1"/>
          </p:cNvSpPr>
          <p:nvPr>
            <p:ph type="ftr" idx="47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763039" name="PlaceHolder 6"/>
          <p:cNvSpPr>
            <a:spLocks noGrp="1"/>
          </p:cNvSpPr>
          <p:nvPr>
            <p:ph type="sldNum" idx="48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A504F91-5E24-4533-8C46-E9040BE6CFDE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5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158909" name="PlaceHolder 1"/>
          <p:cNvSpPr>
            <a:spLocks noGrp="1"/>
          </p:cNvSpPr>
          <p:nvPr>
            <p:ph type="title"/>
          </p:nvPr>
        </p:nvSpPr>
        <p:spPr bwMode="auto">
          <a:xfrm>
            <a:off x="1737360" y="365760"/>
            <a:ext cx="10058040" cy="19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78913099" name="PlaceHolder 3"/>
          <p:cNvSpPr>
            <a:spLocks noGrp="1"/>
          </p:cNvSpPr>
          <p:nvPr>
            <p:ph type="body"/>
          </p:nvPr>
        </p:nvSpPr>
        <p:spPr bwMode="auto">
          <a:xfrm>
            <a:off x="4297680" y="2651760"/>
            <a:ext cx="749772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95966113" name="PlaceHolder 4"/>
          <p:cNvSpPr>
            <a:spLocks noGrp="1"/>
          </p:cNvSpPr>
          <p:nvPr>
            <p:ph type="dt" idx="49"/>
          </p:nvPr>
        </p:nvSpPr>
        <p:spPr bwMode="auto">
          <a:xfrm>
            <a:off x="1737360" y="624528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379547" name="PlaceHolder 5"/>
          <p:cNvSpPr>
            <a:spLocks noGrp="1"/>
          </p:cNvSpPr>
          <p:nvPr>
            <p:ph type="ftr" idx="50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4291726" name="PlaceHolder 6"/>
          <p:cNvSpPr>
            <a:spLocks noGrp="1"/>
          </p:cNvSpPr>
          <p:nvPr>
            <p:ph type="sldNum" idx="51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0B408E8-ADF3-42E6-8F57-5214CB404D8B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6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027361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6857640" cy="93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61140298" name="PlaceHolder 2"/>
          <p:cNvSpPr>
            <a:spLocks noGrp="1"/>
          </p:cNvSpPr>
          <p:nvPr>
            <p:ph type="body"/>
          </p:nvPr>
        </p:nvSpPr>
        <p:spPr bwMode="auto">
          <a:xfrm>
            <a:off x="365760" y="1280160"/>
            <a:ext cx="6857640" cy="49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2750182" name="PlaceHolder 3"/>
          <p:cNvSpPr>
            <a:spLocks noGrp="1"/>
          </p:cNvSpPr>
          <p:nvPr>
            <p:ph type="dt" idx="52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775998" name="PlaceHolder 4"/>
          <p:cNvSpPr>
            <a:spLocks noGrp="1"/>
          </p:cNvSpPr>
          <p:nvPr>
            <p:ph type="ftr" idx="53"/>
          </p:nvPr>
        </p:nvSpPr>
        <p:spPr bwMode="auto">
          <a:xfrm>
            <a:off x="4285800" y="624528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628285" name="PlaceHolder 5"/>
          <p:cNvSpPr>
            <a:spLocks noGrp="1"/>
          </p:cNvSpPr>
          <p:nvPr>
            <p:ph type="sldNum" idx="54"/>
          </p:nvPr>
        </p:nvSpPr>
        <p:spPr bwMode="auto">
          <a:xfrm>
            <a:off x="7041600" y="624528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D0D9D0D-49BA-49BA-8674-7C0EDC337E17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7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15403" name="PlaceHolder 1"/>
          <p:cNvSpPr>
            <a:spLocks noGrp="1"/>
          </p:cNvSpPr>
          <p:nvPr>
            <p:ph type="title"/>
          </p:nvPr>
        </p:nvSpPr>
        <p:spPr bwMode="auto">
          <a:xfrm>
            <a:off x="7253640" y="365760"/>
            <a:ext cx="4361400" cy="1526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to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edit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Mast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er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title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styl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348824928" name="PlaceHolder 3"/>
          <p:cNvSpPr>
            <a:spLocks noGrp="1"/>
          </p:cNvSpPr>
          <p:nvPr>
            <p:ph type="body"/>
          </p:nvPr>
        </p:nvSpPr>
        <p:spPr bwMode="auto">
          <a:xfrm>
            <a:off x="7253640" y="1920240"/>
            <a:ext cx="4362120" cy="40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48719051" name="PlaceHolder 4"/>
          <p:cNvSpPr>
            <a:spLocks noGrp="1"/>
          </p:cNvSpPr>
          <p:nvPr>
            <p:ph type="dt" idx="55"/>
          </p:nvPr>
        </p:nvSpPr>
        <p:spPr bwMode="auto">
          <a:xfrm>
            <a:off x="7253640" y="6245280"/>
            <a:ext cx="16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1478399" name="PlaceHolder 5"/>
          <p:cNvSpPr>
            <a:spLocks noGrp="1"/>
          </p:cNvSpPr>
          <p:nvPr>
            <p:ph type="ftr" idx="56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434132" name="PlaceHolder 6"/>
          <p:cNvSpPr>
            <a:spLocks noGrp="1"/>
          </p:cNvSpPr>
          <p:nvPr>
            <p:ph type="sldNum" idx="57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3C5D371-FD4E-40A7-8DCF-C807FB4346AA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8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32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4361400" cy="1526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37653862" name="PlaceHolder 2"/>
          <p:cNvSpPr>
            <a:spLocks noGrp="1"/>
          </p:cNvSpPr>
          <p:nvPr>
            <p:ph type="body"/>
          </p:nvPr>
        </p:nvSpPr>
        <p:spPr bwMode="auto">
          <a:xfrm>
            <a:off x="365760" y="2011680"/>
            <a:ext cx="4360680" cy="40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62019896" name="PlaceHolder 3"/>
          <p:cNvSpPr>
            <a:spLocks noGrp="1"/>
          </p:cNvSpPr>
          <p:nvPr>
            <p:ph type="dt" idx="58"/>
          </p:nvPr>
        </p:nvSpPr>
        <p:spPr bwMode="auto">
          <a:xfrm>
            <a:off x="365760" y="6245280"/>
            <a:ext cx="203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463834" name="PlaceHolder 4"/>
          <p:cNvSpPr>
            <a:spLocks noGrp="1"/>
          </p:cNvSpPr>
          <p:nvPr>
            <p:ph type="ftr" idx="59"/>
          </p:nvPr>
        </p:nvSpPr>
        <p:spPr bwMode="auto">
          <a:xfrm>
            <a:off x="2168280" y="624528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849453" name="PlaceHolder 5"/>
          <p:cNvSpPr>
            <a:spLocks noGrp="1"/>
          </p:cNvSpPr>
          <p:nvPr>
            <p:ph type="sldNum" idx="60"/>
          </p:nvPr>
        </p:nvSpPr>
        <p:spPr bwMode="auto">
          <a:xfrm>
            <a:off x="4923720" y="624528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8B07D1A-5454-4388-84F1-6A17F3F62F9D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Title with Picture 2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109650" name="PlaceHolder 1"/>
          <p:cNvSpPr>
            <a:spLocks noGrp="1"/>
          </p:cNvSpPr>
          <p:nvPr>
            <p:ph type="title"/>
          </p:nvPr>
        </p:nvSpPr>
        <p:spPr bwMode="auto">
          <a:xfrm>
            <a:off x="7169039" y="1129680"/>
            <a:ext cx="4361400" cy="347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54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54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54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9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155795" name="PlaceHolder 1"/>
          <p:cNvSpPr>
            <a:spLocks noGrp="1"/>
          </p:cNvSpPr>
          <p:nvPr>
            <p:ph type="title"/>
          </p:nvPr>
        </p:nvSpPr>
        <p:spPr bwMode="auto">
          <a:xfrm>
            <a:off x="7094520" y="365760"/>
            <a:ext cx="4522680" cy="93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6121128" name="PlaceHolder 3"/>
          <p:cNvSpPr>
            <a:spLocks noGrp="1"/>
          </p:cNvSpPr>
          <p:nvPr>
            <p:ph type="body"/>
          </p:nvPr>
        </p:nvSpPr>
        <p:spPr bwMode="auto">
          <a:xfrm>
            <a:off x="7104960" y="1380600"/>
            <a:ext cx="4512240" cy="49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71631993" name="PlaceHolder 4"/>
          <p:cNvSpPr>
            <a:spLocks noGrp="1"/>
          </p:cNvSpPr>
          <p:nvPr>
            <p:ph type="dt" idx="61"/>
          </p:nvPr>
        </p:nvSpPr>
        <p:spPr bwMode="auto">
          <a:xfrm>
            <a:off x="7104600" y="6245280"/>
            <a:ext cx="1771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5351405" name="PlaceHolder 5"/>
          <p:cNvSpPr>
            <a:spLocks noGrp="1"/>
          </p:cNvSpPr>
          <p:nvPr>
            <p:ph type="ftr" idx="62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834682" name="PlaceHolder 6"/>
          <p:cNvSpPr>
            <a:spLocks noGrp="1"/>
          </p:cNvSpPr>
          <p:nvPr>
            <p:ph type="sldNum" idx="63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0B1F750-3F22-4D26-85C3-B8C84DDBB963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0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836262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4571640" cy="93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53563438" name="PlaceHolder 2"/>
          <p:cNvSpPr>
            <a:spLocks noGrp="1"/>
          </p:cNvSpPr>
          <p:nvPr>
            <p:ph type="body"/>
          </p:nvPr>
        </p:nvSpPr>
        <p:spPr bwMode="auto">
          <a:xfrm>
            <a:off x="365760" y="1380600"/>
            <a:ext cx="4571640" cy="49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361511342" name="PlaceHolder 3"/>
          <p:cNvSpPr>
            <a:spLocks noGrp="1"/>
          </p:cNvSpPr>
          <p:nvPr>
            <p:ph type="dt" idx="64"/>
          </p:nvPr>
        </p:nvSpPr>
        <p:spPr bwMode="auto">
          <a:xfrm>
            <a:off x="365760" y="6245280"/>
            <a:ext cx="203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076437" name="PlaceHolder 4"/>
          <p:cNvSpPr>
            <a:spLocks noGrp="1"/>
          </p:cNvSpPr>
          <p:nvPr>
            <p:ph type="ftr" idx="65"/>
          </p:nvPr>
        </p:nvSpPr>
        <p:spPr bwMode="auto">
          <a:xfrm>
            <a:off x="2168280" y="624528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56144" name="PlaceHolder 5"/>
          <p:cNvSpPr>
            <a:spLocks noGrp="1"/>
          </p:cNvSpPr>
          <p:nvPr>
            <p:ph type="sldNum" idx="66"/>
          </p:nvPr>
        </p:nvSpPr>
        <p:spPr bwMode="auto">
          <a:xfrm>
            <a:off x="4923720" y="624528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AA66832-02E2-4173-839D-82FD741D2016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1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761635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512028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051353144" name="PlaceHolder 2"/>
          <p:cNvSpPr>
            <a:spLocks noGrp="1"/>
          </p:cNvSpPr>
          <p:nvPr>
            <p:ph type="body"/>
          </p:nvPr>
        </p:nvSpPr>
        <p:spPr bwMode="auto">
          <a:xfrm>
            <a:off x="365760" y="4572000"/>
            <a:ext cx="512028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24204260" name="PlaceHolder 3"/>
          <p:cNvSpPr>
            <a:spLocks noGrp="1"/>
          </p:cNvSpPr>
          <p:nvPr>
            <p:ph type="dt" idx="67"/>
          </p:nvPr>
        </p:nvSpPr>
        <p:spPr bwMode="auto">
          <a:xfrm>
            <a:off x="365760" y="6245280"/>
            <a:ext cx="2030759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86369" name="PlaceHolder 4"/>
          <p:cNvSpPr>
            <a:spLocks noGrp="1"/>
          </p:cNvSpPr>
          <p:nvPr>
            <p:ph type="ftr" idx="68"/>
          </p:nvPr>
        </p:nvSpPr>
        <p:spPr bwMode="auto">
          <a:xfrm>
            <a:off x="2168280" y="624528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545831" name="PlaceHolder 5"/>
          <p:cNvSpPr>
            <a:spLocks noGrp="1"/>
          </p:cNvSpPr>
          <p:nvPr>
            <p:ph type="sldNum" idx="69"/>
          </p:nvPr>
        </p:nvSpPr>
        <p:spPr bwMode="auto">
          <a:xfrm>
            <a:off x="4923720" y="624528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C430303-3CCE-43A4-8CA2-BA8E9AF31499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2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964314" name="PlaceHolder 1"/>
          <p:cNvSpPr>
            <a:spLocks noGrp="1"/>
          </p:cNvSpPr>
          <p:nvPr>
            <p:ph type="title"/>
          </p:nvPr>
        </p:nvSpPr>
        <p:spPr bwMode="auto">
          <a:xfrm>
            <a:off x="8212680" y="365760"/>
            <a:ext cx="3401280" cy="1526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46886656" name="PlaceHolder 3"/>
          <p:cNvSpPr>
            <a:spLocks noGrp="1"/>
          </p:cNvSpPr>
          <p:nvPr>
            <p:ph type="body"/>
          </p:nvPr>
        </p:nvSpPr>
        <p:spPr bwMode="auto">
          <a:xfrm>
            <a:off x="8212680" y="2011680"/>
            <a:ext cx="3401280" cy="40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625571726" name="PlaceHolder 4"/>
          <p:cNvSpPr>
            <a:spLocks noGrp="1"/>
          </p:cNvSpPr>
          <p:nvPr>
            <p:ph type="dt" idx="70"/>
          </p:nvPr>
        </p:nvSpPr>
        <p:spPr bwMode="auto">
          <a:xfrm>
            <a:off x="8212680" y="6245280"/>
            <a:ext cx="921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3479653" name="PlaceHolder 5"/>
          <p:cNvSpPr>
            <a:spLocks noGrp="1"/>
          </p:cNvSpPr>
          <p:nvPr>
            <p:ph type="ftr" idx="71"/>
          </p:nvPr>
        </p:nvSpPr>
        <p:spPr bwMode="auto">
          <a:xfrm>
            <a:off x="9135000" y="6245280"/>
            <a:ext cx="2546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300632" name="PlaceHolder 6"/>
          <p:cNvSpPr>
            <a:spLocks noGrp="1"/>
          </p:cNvSpPr>
          <p:nvPr>
            <p:ph type="sldNum" idx="72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0C1550E-EFB3-4BA9-88F5-1D3F0F3DAB54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3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760449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3401280" cy="1526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49294891" name="PlaceHolder 2"/>
          <p:cNvSpPr>
            <a:spLocks noGrp="1"/>
          </p:cNvSpPr>
          <p:nvPr>
            <p:ph type="body"/>
          </p:nvPr>
        </p:nvSpPr>
        <p:spPr bwMode="auto">
          <a:xfrm>
            <a:off x="365760" y="2011680"/>
            <a:ext cx="3401280" cy="409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03906328" name="PlaceHolder 3"/>
          <p:cNvSpPr>
            <a:spLocks noGrp="1"/>
          </p:cNvSpPr>
          <p:nvPr>
            <p:ph type="dt" idx="73"/>
          </p:nvPr>
        </p:nvSpPr>
        <p:spPr bwMode="auto">
          <a:xfrm>
            <a:off x="365760" y="6245280"/>
            <a:ext cx="1067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2587736" name="PlaceHolder 4"/>
          <p:cNvSpPr>
            <a:spLocks noGrp="1"/>
          </p:cNvSpPr>
          <p:nvPr>
            <p:ph type="ftr" idx="74"/>
          </p:nvPr>
        </p:nvSpPr>
        <p:spPr bwMode="auto">
          <a:xfrm>
            <a:off x="1204920" y="624528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5420744" name="PlaceHolder 5"/>
          <p:cNvSpPr>
            <a:spLocks noGrp="1"/>
          </p:cNvSpPr>
          <p:nvPr>
            <p:ph type="sldNum" idx="75"/>
          </p:nvPr>
        </p:nvSpPr>
        <p:spPr bwMode="auto">
          <a:xfrm>
            <a:off x="3960360" y="624528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FE00FB8-2E66-44F2-86B5-9FEC02E12ECF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4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987317" name="PlaceHolder 1"/>
          <p:cNvSpPr>
            <a:spLocks noGrp="1"/>
          </p:cNvSpPr>
          <p:nvPr>
            <p:ph type="title"/>
          </p:nvPr>
        </p:nvSpPr>
        <p:spPr bwMode="auto">
          <a:xfrm>
            <a:off x="8343000" y="1078920"/>
            <a:ext cx="3273120" cy="194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865336369" name="PlaceHolder 3"/>
          <p:cNvSpPr>
            <a:spLocks noGrp="1"/>
          </p:cNvSpPr>
          <p:nvPr>
            <p:ph type="body"/>
          </p:nvPr>
        </p:nvSpPr>
        <p:spPr bwMode="auto">
          <a:xfrm>
            <a:off x="8344080" y="3099960"/>
            <a:ext cx="3273120" cy="295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53401510" name="PlaceHolder 4"/>
          <p:cNvSpPr>
            <a:spLocks noGrp="1"/>
          </p:cNvSpPr>
          <p:nvPr>
            <p:ph type="dt" idx="76"/>
          </p:nvPr>
        </p:nvSpPr>
        <p:spPr bwMode="auto">
          <a:xfrm>
            <a:off x="8343000" y="6245280"/>
            <a:ext cx="1003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1147627" name="PlaceHolder 5"/>
          <p:cNvSpPr>
            <a:spLocks noGrp="1"/>
          </p:cNvSpPr>
          <p:nvPr>
            <p:ph type="ftr" idx="77"/>
          </p:nvPr>
        </p:nvSpPr>
        <p:spPr bwMode="auto">
          <a:xfrm>
            <a:off x="9346680" y="6245280"/>
            <a:ext cx="23349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908515" name="PlaceHolder 6"/>
          <p:cNvSpPr>
            <a:spLocks noGrp="1"/>
          </p:cNvSpPr>
          <p:nvPr>
            <p:ph type="sldNum" idx="78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23023C4-567E-491F-8A3D-80CC48D4D362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5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08589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5012280"/>
            <a:ext cx="3739680" cy="138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1021294" name="PlaceHolder 3"/>
          <p:cNvSpPr>
            <a:spLocks noGrp="1"/>
          </p:cNvSpPr>
          <p:nvPr>
            <p:ph type="body"/>
          </p:nvPr>
        </p:nvSpPr>
        <p:spPr bwMode="auto">
          <a:xfrm>
            <a:off x="5349240" y="5012280"/>
            <a:ext cx="6400440" cy="138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62360541" name="PlaceHolder 4"/>
          <p:cNvSpPr>
            <a:spLocks noGrp="1"/>
          </p:cNvSpPr>
          <p:nvPr>
            <p:ph type="dt" idx="79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116268" name="PlaceHolder 5"/>
          <p:cNvSpPr>
            <a:spLocks noGrp="1"/>
          </p:cNvSpPr>
          <p:nvPr>
            <p:ph type="ftr" idx="80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78160" name="PlaceHolder 6"/>
          <p:cNvSpPr>
            <a:spLocks noGrp="1"/>
          </p:cNvSpPr>
          <p:nvPr>
            <p:ph type="sldNum" idx="81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C2AC9AD-DDCE-40F9-8CDD-7BB9B3AC88A8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6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19847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4162320"/>
            <a:ext cx="2953080" cy="18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55820354" name="PlaceHolder 3"/>
          <p:cNvSpPr>
            <a:spLocks noGrp="1"/>
          </p:cNvSpPr>
          <p:nvPr>
            <p:ph type="body"/>
          </p:nvPr>
        </p:nvSpPr>
        <p:spPr bwMode="auto">
          <a:xfrm>
            <a:off x="3977640" y="4162320"/>
            <a:ext cx="7772039" cy="223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880347348" name="PlaceHolder 4"/>
          <p:cNvSpPr>
            <a:spLocks noGrp="1"/>
          </p:cNvSpPr>
          <p:nvPr>
            <p:ph type="dt" idx="82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1820483" name="PlaceHolder 5"/>
          <p:cNvSpPr>
            <a:spLocks noGrp="1"/>
          </p:cNvSpPr>
          <p:nvPr>
            <p:ph type="ftr" idx="83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053007" name="PlaceHolder 6"/>
          <p:cNvSpPr>
            <a:spLocks noGrp="1"/>
          </p:cNvSpPr>
          <p:nvPr>
            <p:ph type="sldNum" idx="84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F099934-3C6E-4834-8711-26EE8D9B248D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7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461495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822960"/>
            <a:ext cx="2953080" cy="18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802604227" name="PlaceHolder 2"/>
          <p:cNvSpPr>
            <a:spLocks noGrp="1"/>
          </p:cNvSpPr>
          <p:nvPr>
            <p:ph type="dt" idx="85"/>
          </p:nvPr>
        </p:nvSpPr>
        <p:spPr bwMode="auto">
          <a:xfrm>
            <a:off x="365760" y="3657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050674" name="PlaceHolder 3"/>
          <p:cNvSpPr>
            <a:spLocks noGrp="1"/>
          </p:cNvSpPr>
          <p:nvPr>
            <p:ph type="ftr" idx="86"/>
          </p:nvPr>
        </p:nvSpPr>
        <p:spPr bwMode="auto">
          <a:xfrm>
            <a:off x="8640720" y="3657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1471770" name="PlaceHolder 4"/>
          <p:cNvSpPr>
            <a:spLocks noGrp="1"/>
          </p:cNvSpPr>
          <p:nvPr>
            <p:ph type="sldNum" idx="87"/>
          </p:nvPr>
        </p:nvSpPr>
        <p:spPr bwMode="auto">
          <a:xfrm>
            <a:off x="11396520" y="3657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5148C8A-507E-4D43-89E9-81092F1EBE5A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505969" name="PlaceHolder 5"/>
          <p:cNvSpPr>
            <a:spLocks noGrp="1"/>
          </p:cNvSpPr>
          <p:nvPr>
            <p:ph type="body"/>
          </p:nvPr>
        </p:nvSpPr>
        <p:spPr bwMode="auto">
          <a:xfrm>
            <a:off x="4023360" y="822960"/>
            <a:ext cx="7772039" cy="223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8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17267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10972440" cy="97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42977564" name="PlaceHolder 3"/>
          <p:cNvSpPr>
            <a:spLocks noGrp="1"/>
          </p:cNvSpPr>
          <p:nvPr>
            <p:ph type="body"/>
          </p:nvPr>
        </p:nvSpPr>
        <p:spPr bwMode="auto">
          <a:xfrm>
            <a:off x="7324200" y="1645920"/>
            <a:ext cx="4251600" cy="442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711653427" name="PlaceHolder 4"/>
          <p:cNvSpPr>
            <a:spLocks noGrp="1"/>
          </p:cNvSpPr>
          <p:nvPr>
            <p:ph type="dt" idx="88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87025" name="PlaceHolder 5"/>
          <p:cNvSpPr>
            <a:spLocks noGrp="1"/>
          </p:cNvSpPr>
          <p:nvPr>
            <p:ph type="ftr" idx="89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496512" name="PlaceHolder 6"/>
          <p:cNvSpPr>
            <a:spLocks noGrp="1"/>
          </p:cNvSpPr>
          <p:nvPr>
            <p:ph type="sldNum" idx="90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E0E6B3E-ED6A-4276-8A95-336740F7FAC7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Title with Picture 3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96072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411480"/>
            <a:ext cx="4654080" cy="373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5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5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5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19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048013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6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6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9542432" name="PlaceHolder 3"/>
          <p:cNvSpPr>
            <a:spLocks noGrp="1"/>
          </p:cNvSpPr>
          <p:nvPr>
            <p:ph type="body"/>
          </p:nvPr>
        </p:nvSpPr>
        <p:spPr bwMode="auto">
          <a:xfrm>
            <a:off x="6217920" y="365760"/>
            <a:ext cx="5585400" cy="578303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65145298" name="PlaceHolder 4"/>
          <p:cNvSpPr>
            <a:spLocks noGrp="1"/>
          </p:cNvSpPr>
          <p:nvPr>
            <p:ph type="dt" idx="91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572875" name="PlaceHolder 5"/>
          <p:cNvSpPr>
            <a:spLocks noGrp="1"/>
          </p:cNvSpPr>
          <p:nvPr>
            <p:ph type="ftr" idx="92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52952" name="PlaceHolder 6"/>
          <p:cNvSpPr>
            <a:spLocks noGrp="1"/>
          </p:cNvSpPr>
          <p:nvPr>
            <p:ph type="sldNum" idx="93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182CF3D-36A9-4E98-86FA-642F87AA66C9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Picture 20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423966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3657240" cy="145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32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2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3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46815934" name="PlaceHolder 3"/>
          <p:cNvSpPr>
            <a:spLocks noGrp="1"/>
          </p:cNvSpPr>
          <p:nvPr>
            <p:ph type="body"/>
          </p:nvPr>
        </p:nvSpPr>
        <p:spPr bwMode="auto">
          <a:xfrm>
            <a:off x="5265000" y="365760"/>
            <a:ext cx="6560640" cy="57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09057890" name="PlaceHolder 4"/>
          <p:cNvSpPr>
            <a:spLocks noGrp="1"/>
          </p:cNvSpPr>
          <p:nvPr>
            <p:ph type="dt" idx="94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604865" name="PlaceHolder 5"/>
          <p:cNvSpPr>
            <a:spLocks noGrp="1"/>
          </p:cNvSpPr>
          <p:nvPr>
            <p:ph type="ftr" idx="95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802211" name="PlaceHolder 6"/>
          <p:cNvSpPr>
            <a:spLocks noGrp="1"/>
          </p:cNvSpPr>
          <p:nvPr>
            <p:ph type="sldNum" idx="96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50FFC65-CB8D-40F7-8998-C6E4057DEE46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Number Large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707340" name="PlaceHolder 1"/>
          <p:cNvSpPr>
            <a:spLocks noGrp="1"/>
          </p:cNvSpPr>
          <p:nvPr>
            <p:ph type="title"/>
          </p:nvPr>
        </p:nvSpPr>
        <p:spPr bwMode="auto">
          <a:xfrm>
            <a:off x="731520" y="4866480"/>
            <a:ext cx="5897520" cy="13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44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44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44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32488277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613800" y="714600"/>
            <a:ext cx="10826280" cy="433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05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30500" b="0" u="none" strike="noStrike">
                <a:solidFill>
                  <a:schemeClr val="dk1"/>
                </a:solidFill>
                <a:latin typeface="Montserrat"/>
              </a:rPr>
              <a:t>##%</a:t>
            </a:r>
            <a:endParaRPr lang="en-US" sz="305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Number Large 2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891785" name="PlaceHolder 1"/>
          <p:cNvSpPr>
            <a:spLocks noGrp="1"/>
          </p:cNvSpPr>
          <p:nvPr>
            <p:ph type="title"/>
          </p:nvPr>
        </p:nvSpPr>
        <p:spPr bwMode="auto">
          <a:xfrm>
            <a:off x="731879" y="4480560"/>
            <a:ext cx="1074492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44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44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44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90258413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612720" y="548640"/>
            <a:ext cx="10826280" cy="433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05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30500" b="0" u="none" strike="noStrike">
                <a:solidFill>
                  <a:schemeClr val="dk1"/>
                </a:solidFill>
                <a:latin typeface="Montserrat"/>
              </a:rPr>
              <a:t>##%</a:t>
            </a:r>
            <a:endParaRPr lang="en-US" sz="305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Number Large 3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403601" name="PlaceHolder 1"/>
          <p:cNvSpPr>
            <a:spLocks noGrp="1"/>
          </p:cNvSpPr>
          <p:nvPr>
            <p:ph type="title"/>
          </p:nvPr>
        </p:nvSpPr>
        <p:spPr bwMode="auto">
          <a:xfrm>
            <a:off x="2377440" y="4864680"/>
            <a:ext cx="7525080" cy="154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 defTabSz="914400">
              <a:lnSpc>
                <a:spcPct val="85000"/>
              </a:lnSpc>
              <a:buNone/>
              <a:defRPr lang="en-US" sz="44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85000"/>
              </a:lnSpc>
              <a:buNone/>
              <a:defRPr/>
            </a:pPr>
            <a:r>
              <a:rPr lang="en-US" sz="44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44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123336470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822960" y="640080"/>
            <a:ext cx="10542600" cy="420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lstStyle>
            <a:lvl1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305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30500" b="0" u="none" strike="noStrike">
                <a:solidFill>
                  <a:schemeClr val="dk1"/>
                </a:solidFill>
                <a:latin typeface="Montserrat"/>
              </a:rPr>
              <a:t>##%</a:t>
            </a:r>
            <a:endParaRPr lang="en-US" sz="305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Number Large 4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543878" name="PlaceHolder 1"/>
          <p:cNvSpPr>
            <a:spLocks noGrp="1"/>
          </p:cNvSpPr>
          <p:nvPr>
            <p:ph type="title"/>
          </p:nvPr>
        </p:nvSpPr>
        <p:spPr bwMode="auto">
          <a:xfrm>
            <a:off x="2377440" y="4864680"/>
            <a:ext cx="7525080" cy="154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 defTabSz="914400">
              <a:lnSpc>
                <a:spcPct val="85000"/>
              </a:lnSpc>
              <a:buNone/>
              <a:defRPr lang="en-US" sz="44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85000"/>
              </a:lnSpc>
              <a:buNone/>
              <a:defRPr/>
            </a:pPr>
            <a:r>
              <a:rPr lang="en-US" sz="44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44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5545502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822960" y="640080"/>
            <a:ext cx="10542600" cy="420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305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30500" b="0" u="none" strike="noStrike">
                <a:solidFill>
                  <a:schemeClr val="dk1"/>
                </a:solidFill>
                <a:latin typeface="Montserrat"/>
              </a:rPr>
              <a:t>##%</a:t>
            </a:r>
            <a:endParaRPr lang="en-US" sz="305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Statement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966826" name="PlaceHolder 1"/>
          <p:cNvSpPr>
            <a:spLocks noGrp="1"/>
          </p:cNvSpPr>
          <p:nvPr>
            <p:ph type="title"/>
          </p:nvPr>
        </p:nvSpPr>
        <p:spPr bwMode="auto"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55722478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612720" y="631080"/>
            <a:ext cx="8265960" cy="56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7200" b="0" u="none" strike="noStrike" cap="all" spc="-99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600" b="0" u="none" strike="noStrike" cap="all" spc="-99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000" b="0" u="none" strike="noStrike" cap="all" spc="-99">
                <a:solidFill>
                  <a:schemeClr val="dk1"/>
                </a:solidFill>
                <a:latin typeface="Montserrat"/>
              </a:defRPr>
            </a:lvl3pPr>
            <a:lvl4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5400" b="0" u="none" strike="noStrike" cap="all" spc="-99">
                <a:solidFill>
                  <a:schemeClr val="dk1"/>
                </a:solidFill>
                <a:latin typeface="Montserrat"/>
              </a:defRPr>
            </a:lvl4pPr>
            <a:lvl5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4800" b="0" u="none" strike="noStrike" cap="all" spc="-99">
                <a:solidFill>
                  <a:schemeClr val="dk1"/>
                </a:solidFill>
                <a:latin typeface="Montserrat"/>
              </a:defRPr>
            </a:lvl5pPr>
          </a:lstStyle>
          <a:p>
            <a: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7200" b="0" u="none" strike="noStrike" cap="all" spc="-99">
                <a:solidFill>
                  <a:schemeClr val="dk1"/>
                </a:solidFill>
                <a:latin typeface="Montserrat"/>
              </a:rPr>
              <a:t>Click to add Statement</a:t>
            </a:r>
            <a:endParaRPr lang="en-US" sz="72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6600" b="0" u="none" strike="noStrike" cap="all" spc="-99">
                <a:solidFill>
                  <a:schemeClr val="dk1"/>
                </a:solidFill>
                <a:latin typeface="Montserrat"/>
              </a:rPr>
              <a:t>Second level</a:t>
            </a:r>
            <a:endParaRPr lang="en-US" sz="66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6000" b="0" u="none" strike="noStrike" cap="all" spc="-99">
                <a:solidFill>
                  <a:schemeClr val="dk1"/>
                </a:solidFill>
                <a:latin typeface="Montserrat"/>
              </a:rPr>
              <a:t>Third level</a:t>
            </a:r>
            <a:endParaRPr lang="en-US" sz="60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5400" b="0" u="none" strike="noStrike" cap="all" spc="-99">
                <a:solidFill>
                  <a:schemeClr val="dk1"/>
                </a:solidFill>
                <a:latin typeface="Montserrat"/>
              </a:rPr>
              <a:t>Fourth level</a:t>
            </a:r>
            <a:endParaRPr lang="en-US" sz="54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4800" b="0" u="none" strike="noStrike" cap="all" spc="-99">
                <a:solidFill>
                  <a:schemeClr val="dk1"/>
                </a:solidFill>
                <a:latin typeface="Montserrat"/>
              </a:rPr>
              <a:t>Fifth level</a:t>
            </a:r>
            <a:endParaRPr lang="en-US" sz="4800" b="0" u="none" strike="noStrike" cap="all" spc="-9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99104364" name="PlaceHolder 3"/>
          <p:cNvSpPr>
            <a:spLocks noGrp="1"/>
          </p:cNvSpPr>
          <p:nvPr>
            <p:ph type="dt" idx="97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4943080" name="PlaceHolder 4"/>
          <p:cNvSpPr>
            <a:spLocks noGrp="1"/>
          </p:cNvSpPr>
          <p:nvPr>
            <p:ph type="ftr" idx="98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4987272" name="PlaceHolder 5"/>
          <p:cNvSpPr>
            <a:spLocks noGrp="1"/>
          </p:cNvSpPr>
          <p:nvPr>
            <p:ph type="sldNum" idx="99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03CD53F-EE68-499D-80F7-97DB425BF9A4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Statement 2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341926" name="PlaceHolder 1"/>
          <p:cNvSpPr>
            <a:spLocks noGrp="1"/>
          </p:cNvSpPr>
          <p:nvPr>
            <p:ph type="title"/>
          </p:nvPr>
        </p:nvSpPr>
        <p:spPr bwMode="auto"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826080888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365760" y="1929240"/>
            <a:ext cx="8265960" cy="414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7200" b="0" u="none" strike="noStrike" cap="all" spc="-99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600" b="0" u="none" strike="noStrike" cap="all" spc="-99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000" b="0" u="none" strike="noStrike" cap="all" spc="-99">
                <a:solidFill>
                  <a:schemeClr val="dk1"/>
                </a:solidFill>
                <a:latin typeface="Montserrat"/>
              </a:defRPr>
            </a:lvl3pPr>
            <a:lvl4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5400" b="0" u="none" strike="noStrike" cap="all" spc="-99">
                <a:solidFill>
                  <a:schemeClr val="dk1"/>
                </a:solidFill>
                <a:latin typeface="Montserrat"/>
              </a:defRPr>
            </a:lvl4pPr>
            <a:lvl5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4800" b="0" u="none" strike="noStrike" cap="all" spc="-99">
                <a:solidFill>
                  <a:schemeClr val="dk1"/>
                </a:solidFill>
                <a:latin typeface="Montserrat"/>
              </a:defRPr>
            </a:lvl5pPr>
          </a:lstStyle>
          <a:p>
            <a: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7200" b="0" u="none" strike="noStrike" cap="all" spc="-99">
                <a:solidFill>
                  <a:schemeClr val="dk1"/>
                </a:solidFill>
                <a:latin typeface="Montserrat"/>
              </a:rPr>
              <a:t>Click to add Statement</a:t>
            </a:r>
            <a:endParaRPr lang="en-US" sz="72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6600" b="0" u="none" strike="noStrike" cap="all" spc="-99">
                <a:solidFill>
                  <a:schemeClr val="dk1"/>
                </a:solidFill>
                <a:latin typeface="Montserrat"/>
              </a:rPr>
              <a:t>Second level</a:t>
            </a:r>
            <a:endParaRPr lang="en-US" sz="66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6000" b="0" u="none" strike="noStrike" cap="all" spc="-99">
                <a:solidFill>
                  <a:schemeClr val="dk1"/>
                </a:solidFill>
                <a:latin typeface="Montserrat"/>
              </a:rPr>
              <a:t>Third level</a:t>
            </a:r>
            <a:endParaRPr lang="en-US" sz="60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5400" b="0" u="none" strike="noStrike" cap="all" spc="-99">
                <a:solidFill>
                  <a:schemeClr val="dk1"/>
                </a:solidFill>
                <a:latin typeface="Montserrat"/>
              </a:rPr>
              <a:t>Fourth level</a:t>
            </a:r>
            <a:endParaRPr lang="en-US" sz="54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4800" b="0" u="none" strike="noStrike" cap="all" spc="-99">
                <a:solidFill>
                  <a:schemeClr val="dk1"/>
                </a:solidFill>
                <a:latin typeface="Montserrat"/>
              </a:rPr>
              <a:t>Fifth level</a:t>
            </a:r>
            <a:endParaRPr lang="en-US" sz="4800" b="0" u="none" strike="noStrike" cap="all" spc="-9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047247162" name="PlaceHolder 3"/>
          <p:cNvSpPr>
            <a:spLocks noGrp="1"/>
          </p:cNvSpPr>
          <p:nvPr>
            <p:ph type="dt" idx="100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6142256" name="PlaceHolder 4"/>
          <p:cNvSpPr>
            <a:spLocks noGrp="1"/>
          </p:cNvSpPr>
          <p:nvPr>
            <p:ph type="ftr" idx="101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177641" name="PlaceHolder 5"/>
          <p:cNvSpPr>
            <a:spLocks noGrp="1"/>
          </p:cNvSpPr>
          <p:nvPr>
            <p:ph type="sldNum" idx="102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91B332F-F5B6-40AA-8F5A-FD0A086FD773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Statement 3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657743" name="PlaceHolder 1"/>
          <p:cNvSpPr>
            <a:spLocks noGrp="1"/>
          </p:cNvSpPr>
          <p:nvPr>
            <p:ph type="title"/>
          </p:nvPr>
        </p:nvSpPr>
        <p:spPr bwMode="auto"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34691393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365760" y="365760"/>
            <a:ext cx="8265960" cy="56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7200" b="0" u="none" strike="noStrike" cap="all" spc="-99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600" b="0" u="none" strike="noStrike" cap="all" spc="-99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000" b="0" u="none" strike="noStrike" cap="all" spc="-99">
                <a:solidFill>
                  <a:schemeClr val="dk1"/>
                </a:solidFill>
                <a:latin typeface="Montserrat"/>
              </a:defRPr>
            </a:lvl3pPr>
            <a:lvl4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5400" b="0" u="none" strike="noStrike" cap="all" spc="-99">
                <a:solidFill>
                  <a:schemeClr val="dk1"/>
                </a:solidFill>
                <a:latin typeface="Montserrat"/>
              </a:defRPr>
            </a:lvl4pPr>
            <a:lvl5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4800" b="0" u="none" strike="noStrike" cap="all" spc="-99">
                <a:solidFill>
                  <a:schemeClr val="dk1"/>
                </a:solidFill>
                <a:latin typeface="Montserrat"/>
              </a:defRPr>
            </a:lvl5pPr>
          </a:lstStyle>
          <a:p>
            <a: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7200" b="0" u="none" strike="noStrike" cap="all" spc="-99">
                <a:solidFill>
                  <a:schemeClr val="dk1"/>
                </a:solidFill>
                <a:latin typeface="Montserrat"/>
              </a:rPr>
              <a:t>Click to add Statement</a:t>
            </a:r>
            <a:endParaRPr lang="en-US" sz="72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6600" b="0" u="none" strike="noStrike" cap="all" spc="-99">
                <a:solidFill>
                  <a:schemeClr val="dk1"/>
                </a:solidFill>
                <a:latin typeface="Montserrat"/>
              </a:rPr>
              <a:t>Second level</a:t>
            </a:r>
            <a:endParaRPr lang="en-US" sz="66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6000" b="0" u="none" strike="noStrike" cap="all" spc="-99">
                <a:solidFill>
                  <a:schemeClr val="dk1"/>
                </a:solidFill>
                <a:latin typeface="Montserrat"/>
              </a:rPr>
              <a:t>Third level</a:t>
            </a:r>
            <a:endParaRPr lang="en-US" sz="60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5400" b="0" u="none" strike="noStrike" cap="all" spc="-99">
                <a:solidFill>
                  <a:schemeClr val="dk1"/>
                </a:solidFill>
                <a:latin typeface="Montserrat"/>
              </a:rPr>
              <a:t>Fourth level</a:t>
            </a:r>
            <a:endParaRPr lang="en-US" sz="54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4800" b="0" u="none" strike="noStrike" cap="all" spc="-99">
                <a:solidFill>
                  <a:schemeClr val="dk1"/>
                </a:solidFill>
                <a:latin typeface="Montserrat"/>
              </a:rPr>
              <a:t>Fifth level</a:t>
            </a:r>
            <a:endParaRPr lang="en-US" sz="4800" b="0" u="none" strike="noStrike" cap="all" spc="-9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782703230" name="PlaceHolder 3"/>
          <p:cNvSpPr>
            <a:spLocks noGrp="1"/>
          </p:cNvSpPr>
          <p:nvPr>
            <p:ph type="dt" idx="103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572105" name="PlaceHolder 4"/>
          <p:cNvSpPr>
            <a:spLocks noGrp="1"/>
          </p:cNvSpPr>
          <p:nvPr>
            <p:ph type="ftr" idx="104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3983332" name="PlaceHolder 5"/>
          <p:cNvSpPr>
            <a:spLocks noGrp="1"/>
          </p:cNvSpPr>
          <p:nvPr>
            <p:ph type="sldNum" idx="105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1BFE736-D6A6-4817-8566-8C2844B02326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Statement 4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625519" name="PlaceHolder 1"/>
          <p:cNvSpPr>
            <a:spLocks noGrp="1"/>
          </p:cNvSpPr>
          <p:nvPr>
            <p:ph type="title"/>
          </p:nvPr>
        </p:nvSpPr>
        <p:spPr bwMode="auto"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ck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to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edi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Ma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ste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r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titl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e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sty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357659197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609480" y="685800"/>
            <a:ext cx="10972440" cy="548603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9600" b="0" u="none" strike="noStrike" cap="all" spc="-99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8800" b="0" u="none" strike="noStrike" cap="all" spc="-99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8000" b="0" u="none" strike="noStrike" cap="all" spc="-99">
                <a:solidFill>
                  <a:schemeClr val="dk1"/>
                </a:solidFill>
                <a:latin typeface="Montserrat"/>
              </a:defRPr>
            </a:lvl3pPr>
            <a:lvl4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7200" b="0" u="none" strike="noStrike" cap="all" spc="-99">
                <a:solidFill>
                  <a:schemeClr val="dk1"/>
                </a:solidFill>
                <a:latin typeface="Montserrat"/>
              </a:defRPr>
            </a:lvl4pPr>
            <a:lvl5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6600" b="0" u="none" strike="noStrike" cap="all" spc="-99">
                <a:solidFill>
                  <a:schemeClr val="dk1"/>
                </a:solidFill>
                <a:latin typeface="Montserrat"/>
              </a:defRPr>
            </a:lvl5pPr>
          </a:lstStyle>
          <a:p>
            <a: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9600" b="0" u="none" strike="noStrike" cap="all" spc="-99">
                <a:solidFill>
                  <a:schemeClr val="dk1"/>
                </a:solidFill>
                <a:latin typeface="Montserrat"/>
              </a:rPr>
              <a:t>Click to add Statement</a:t>
            </a:r>
            <a:endParaRPr lang="en-US" sz="96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8800" b="0" u="none" strike="noStrike" cap="all" spc="-99">
                <a:solidFill>
                  <a:schemeClr val="dk1"/>
                </a:solidFill>
                <a:latin typeface="Montserrat"/>
              </a:rPr>
              <a:t>Second level</a:t>
            </a:r>
            <a:endParaRPr lang="en-US" sz="88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8000" b="0" u="none" strike="noStrike" cap="all" spc="-99">
                <a:solidFill>
                  <a:schemeClr val="dk1"/>
                </a:solidFill>
                <a:latin typeface="Montserrat"/>
              </a:rPr>
              <a:t>Third level</a:t>
            </a:r>
            <a:endParaRPr lang="en-US" sz="80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6858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7200" b="0" u="none" strike="noStrike" cap="all" spc="-99">
                <a:solidFill>
                  <a:schemeClr val="dk1"/>
                </a:solidFill>
                <a:latin typeface="Montserrat"/>
              </a:rPr>
              <a:t>Fourth level</a:t>
            </a:r>
            <a:endParaRPr lang="en-US" sz="7200" b="0" u="none" strike="noStrike" cap="all" spc="-99">
              <a:solidFill>
                <a:schemeClr val="dk1"/>
              </a:solidFill>
              <a:latin typeface="Montserrat"/>
            </a:endParaRPr>
          </a:p>
          <a:p>
            <a:pPr marL="914400" indent="0" algn="l" defTabSz="914400">
              <a:lnSpc>
                <a:spcPct val="85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6600" b="0" u="none" strike="noStrike" cap="all" spc="-99">
                <a:solidFill>
                  <a:schemeClr val="dk1"/>
                </a:solidFill>
                <a:latin typeface="Montserrat"/>
              </a:rPr>
              <a:t>Fifth level</a:t>
            </a:r>
            <a:endParaRPr lang="en-US" sz="6600" b="0" u="none" strike="noStrike" cap="all" spc="-9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62304500" name="PlaceHolder 3"/>
          <p:cNvSpPr>
            <a:spLocks noGrp="1"/>
          </p:cNvSpPr>
          <p:nvPr>
            <p:ph type="dt" idx="106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3482274" name="PlaceHolder 4"/>
          <p:cNvSpPr>
            <a:spLocks noGrp="1"/>
          </p:cNvSpPr>
          <p:nvPr>
            <p:ph type="ftr" idx="107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6699542" name="PlaceHolder 5"/>
          <p:cNvSpPr>
            <a:spLocks noGrp="1"/>
          </p:cNvSpPr>
          <p:nvPr>
            <p:ph type="sldNum" idx="108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4408867-09B0-4554-86EC-BA90E8B096ED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Title with Picture 4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354986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454320"/>
            <a:ext cx="9966600" cy="20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7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Click </a:t>
            </a: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to </a:t>
            </a: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edit </a:t>
            </a: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Maste</a:t>
            </a: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r title </a:t>
            </a: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style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28987411" name="PlaceHolder 3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  <a:lvl4pPr marL="457200" algn="l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Montserrat"/>
              </a:defRPr>
            </a:lvl4pPr>
            <a:lvl5pPr marL="4572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Montserrat"/>
              </a:defRPr>
            </a:lvl5pPr>
            <a:lvl6pPr marL="4572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Montserrat"/>
              </a:defRPr>
            </a:lvl6pPr>
            <a:lvl7pPr marL="4572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Montserrat"/>
              </a:defRPr>
            </a:lvl7pPr>
          </a:lstStyle>
          <a:p>
            <a:pPr indent="0" algn="l" defTabSz="914400"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lvl="1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2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Outline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3" algn="l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4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Montserrat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Montserrat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  <a:p>
            <a:pPr marL="457200"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Montserrat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Quot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50283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685800" y="694800"/>
            <a:ext cx="8969760" cy="46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buNone/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Quote Author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62275451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685800" y="1364040"/>
            <a:ext cx="8969760" cy="476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8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/>
            </a:pPr>
            <a:r>
              <a:rPr lang="en-US" sz="8000" b="0" u="none" strike="noStrike" cap="all" spc="-150">
                <a:solidFill>
                  <a:schemeClr val="dk1"/>
                </a:solidFill>
                <a:latin typeface="Montserrat"/>
              </a:rPr>
              <a:t>Click to add Quote</a:t>
            </a:r>
            <a:endParaRPr lang="en-US" sz="8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Quote 2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042830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1676880" y="5349240"/>
            <a:ext cx="9043200" cy="46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buNone/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Quote Author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50028208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1499759" y="1344240"/>
            <a:ext cx="9198360" cy="329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add Quote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96709258" name="PlaceHolder 3"/>
          <p:cNvSpPr>
            <a:spLocks noGrp="1"/>
          </p:cNvSpPr>
          <p:nvPr>
            <p:ph type="dt" idx="109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0041168" name="PlaceHolder 4"/>
          <p:cNvSpPr>
            <a:spLocks noGrp="1"/>
          </p:cNvSpPr>
          <p:nvPr>
            <p:ph type="ftr" idx="110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3243768" name="PlaceHolder 5"/>
          <p:cNvSpPr>
            <a:spLocks noGrp="1"/>
          </p:cNvSpPr>
          <p:nvPr>
            <p:ph type="sldNum" idx="111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10F23F0-484E-4363-81C2-31E54F47BFBA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Quote 3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217938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365760" y="5212080"/>
            <a:ext cx="8805240" cy="46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buNone/>
              <a:defRPr lang="en-US" sz="1600" b="1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defRPr/>
            </a:pPr>
            <a:r>
              <a:rPr lang="en-US" sz="1600" b="1" u="none" strike="noStrike">
                <a:solidFill>
                  <a:schemeClr val="dk1"/>
                </a:solidFill>
                <a:latin typeface="Montserrat"/>
              </a:rPr>
              <a:t>Quote Author</a:t>
            </a:r>
            <a:endParaRPr lang="en-US" sz="1600" b="1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609040162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365760" y="1097280"/>
            <a:ext cx="8960760" cy="347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add Quote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62741713" name="PlaceHolder 3"/>
          <p:cNvSpPr>
            <a:spLocks noGrp="1"/>
          </p:cNvSpPr>
          <p:nvPr>
            <p:ph type="dt" idx="112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656822" name="PlaceHolder 4"/>
          <p:cNvSpPr>
            <a:spLocks noGrp="1"/>
          </p:cNvSpPr>
          <p:nvPr>
            <p:ph type="ftr" idx="113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965620" name="PlaceHolder 5"/>
          <p:cNvSpPr>
            <a:spLocks noGrp="1"/>
          </p:cNvSpPr>
          <p:nvPr>
            <p:ph type="sldNum" idx="114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55E1DA4-DE86-4FD0-8289-3F23C1813841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Quote 4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479254" name="PlaceHolder 1"/>
          <p:cNvSpPr>
            <a:spLocks noGrp="1"/>
          </p:cNvSpPr>
          <p:nvPr>
            <p:ph type="title" hasCustomPrompt="1"/>
          </p:nvPr>
        </p:nvSpPr>
        <p:spPr bwMode="auto">
          <a:xfrm>
            <a:off x="685800" y="694800"/>
            <a:ext cx="8969760" cy="46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20000"/>
              </a:lnSpc>
              <a:buNone/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Quote Author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49932169" name="PlaceHolder 2"/>
          <p:cNvSpPr>
            <a:spLocks noGrp="1"/>
          </p:cNvSpPr>
          <p:nvPr>
            <p:ph type="body" hasCustomPrompt="1"/>
          </p:nvPr>
        </p:nvSpPr>
        <p:spPr bwMode="auto">
          <a:xfrm>
            <a:off x="685800" y="1364040"/>
            <a:ext cx="8969760" cy="476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8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/>
            </a:pPr>
            <a:r>
              <a:rPr lang="en-US" sz="8000" b="0" u="none" strike="noStrike" cap="all" spc="-150">
                <a:solidFill>
                  <a:schemeClr val="dk1"/>
                </a:solidFill>
                <a:latin typeface="Montserrat"/>
              </a:rPr>
              <a:t>Click to add Quote</a:t>
            </a:r>
            <a:endParaRPr lang="en-US" sz="8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Two Content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38094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10740960" cy="113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0197180" name="PlaceHolder 2"/>
          <p:cNvSpPr>
            <a:spLocks noGrp="1"/>
          </p:cNvSpPr>
          <p:nvPr>
            <p:ph type="body"/>
          </p:nvPr>
        </p:nvSpPr>
        <p:spPr bwMode="auto">
          <a:xfrm>
            <a:off x="365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844391145" name="PlaceHolder 3"/>
          <p:cNvSpPr>
            <a:spLocks noGrp="1"/>
          </p:cNvSpPr>
          <p:nvPr>
            <p:ph type="body"/>
          </p:nvPr>
        </p:nvSpPr>
        <p:spPr bwMode="auto">
          <a:xfrm>
            <a:off x="66232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840907240" name="PlaceHolder 4"/>
          <p:cNvSpPr>
            <a:spLocks noGrp="1"/>
          </p:cNvSpPr>
          <p:nvPr>
            <p:ph type="dt" idx="115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127493" name="PlaceHolder 5"/>
          <p:cNvSpPr>
            <a:spLocks noGrp="1"/>
          </p:cNvSpPr>
          <p:nvPr>
            <p:ph type="ftr" idx="116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580133" name="PlaceHolder 6"/>
          <p:cNvSpPr>
            <a:spLocks noGrp="1"/>
          </p:cNvSpPr>
          <p:nvPr>
            <p:ph type="sldNum" idx="117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620AE5D-26E0-4427-8B74-ED1CD1B1432A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Two Content with Picture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3440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1554480"/>
            <a:ext cx="11459520" cy="113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</a:t>
            </a: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083183665" name="PlaceHolder 3"/>
          <p:cNvSpPr>
            <a:spLocks noGrp="1"/>
          </p:cNvSpPr>
          <p:nvPr>
            <p:ph type="body"/>
          </p:nvPr>
        </p:nvSpPr>
        <p:spPr bwMode="auto">
          <a:xfrm>
            <a:off x="365760" y="3017519"/>
            <a:ext cx="5577480" cy="310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77183112" name="PlaceHolder 4"/>
          <p:cNvSpPr>
            <a:spLocks noGrp="1"/>
          </p:cNvSpPr>
          <p:nvPr>
            <p:ph type="body"/>
          </p:nvPr>
        </p:nvSpPr>
        <p:spPr bwMode="auto">
          <a:xfrm>
            <a:off x="6270480" y="3017519"/>
            <a:ext cx="5577480" cy="310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32991570" name="PlaceHolder 5"/>
          <p:cNvSpPr>
            <a:spLocks noGrp="1"/>
          </p:cNvSpPr>
          <p:nvPr>
            <p:ph type="dt" idx="118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0849629" name="PlaceHolder 6"/>
          <p:cNvSpPr>
            <a:spLocks noGrp="1"/>
          </p:cNvSpPr>
          <p:nvPr>
            <p:ph type="ftr" idx="119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4255823" name="PlaceHolder 7"/>
          <p:cNvSpPr>
            <a:spLocks noGrp="1"/>
          </p:cNvSpPr>
          <p:nvPr>
            <p:ph type="sldNum" idx="120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F6877F8-734C-4D3A-8419-A123B2A17A97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mparison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94522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1074528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94584031" name="PlaceHolder 2"/>
          <p:cNvSpPr>
            <a:spLocks noGrp="1"/>
          </p:cNvSpPr>
          <p:nvPr>
            <p:ph type="body"/>
          </p:nvPr>
        </p:nvSpPr>
        <p:spPr bwMode="auto">
          <a:xfrm>
            <a:off x="365760" y="1685880"/>
            <a:ext cx="5157360" cy="55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1" u="none" strike="noStrike" cap="all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000" b="1" u="none" strike="noStrike" cap="all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64683346" name="PlaceHolder 3"/>
          <p:cNvSpPr>
            <a:spLocks noGrp="1"/>
          </p:cNvSpPr>
          <p:nvPr>
            <p:ph type="body"/>
          </p:nvPr>
        </p:nvSpPr>
        <p:spPr bwMode="auto">
          <a:xfrm>
            <a:off x="6622920" y="1685880"/>
            <a:ext cx="5182920" cy="55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1" u="none" strike="noStrike" cap="all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000" b="1" u="none" strike="noStrike" cap="all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77474133" name="PlaceHolder 4"/>
          <p:cNvSpPr>
            <a:spLocks noGrp="1"/>
          </p:cNvSpPr>
          <p:nvPr>
            <p:ph type="body"/>
          </p:nvPr>
        </p:nvSpPr>
        <p:spPr bwMode="auto">
          <a:xfrm>
            <a:off x="365760" y="2387519"/>
            <a:ext cx="5157360" cy="376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65021617" name="PlaceHolder 5"/>
          <p:cNvSpPr>
            <a:spLocks noGrp="1"/>
          </p:cNvSpPr>
          <p:nvPr>
            <p:ph type="body"/>
          </p:nvPr>
        </p:nvSpPr>
        <p:spPr bwMode="auto">
          <a:xfrm>
            <a:off x="6622920" y="2387519"/>
            <a:ext cx="5182920" cy="376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616063291" name="PlaceHolder 6"/>
          <p:cNvSpPr>
            <a:spLocks noGrp="1"/>
          </p:cNvSpPr>
          <p:nvPr>
            <p:ph type="dt" idx="121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3858915" name="PlaceHolder 7"/>
          <p:cNvSpPr>
            <a:spLocks noGrp="1"/>
          </p:cNvSpPr>
          <p:nvPr>
            <p:ph type="ftr" idx="122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8361754" name="PlaceHolder 8"/>
          <p:cNvSpPr>
            <a:spLocks noGrp="1"/>
          </p:cNvSpPr>
          <p:nvPr>
            <p:ph type="sldNum" idx="123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49300A4-0CB5-446D-8487-06F154FB54B8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p="http://schemas.openxmlformats.org/presentationml/2006/main" matchingName="" preserve="1" showMasterPhAnim="0" showMasterSp="1" type="titleOnly" userDrawn="1">
  <p:cSld name="Title Only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806379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10653120" cy="113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354173490" name="PlaceHolder 2"/>
          <p:cNvSpPr>
            <a:spLocks noGrp="1"/>
          </p:cNvSpPr>
          <p:nvPr>
            <p:ph type="dt" idx="124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652757" name="PlaceHolder 3"/>
          <p:cNvSpPr>
            <a:spLocks noGrp="1"/>
          </p:cNvSpPr>
          <p:nvPr>
            <p:ph type="ftr" idx="125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7301110" name="PlaceHolder 4"/>
          <p:cNvSpPr>
            <a:spLocks noGrp="1"/>
          </p:cNvSpPr>
          <p:nvPr>
            <p:ph type="sldNum" idx="126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B0B5805-7DE6-4708-8296-8F2CCA642C1D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Blank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856895" name="PlaceHolder 1"/>
          <p:cNvSpPr>
            <a:spLocks noGrp="1"/>
          </p:cNvSpPr>
          <p:nvPr>
            <p:ph type="dt" idx="127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785547" name="PlaceHolder 2"/>
          <p:cNvSpPr>
            <a:spLocks noGrp="1"/>
          </p:cNvSpPr>
          <p:nvPr>
            <p:ph type="ftr" idx="128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5810472" name="PlaceHolder 3"/>
          <p:cNvSpPr>
            <a:spLocks noGrp="1"/>
          </p:cNvSpPr>
          <p:nvPr>
            <p:ph type="sldNum" idx="129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D01431D-2C74-44F3-8142-A8124A8B1C96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tent with Caption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543558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3595320" cy="175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28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28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28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42010149" name="PlaceHolder 2"/>
          <p:cNvSpPr>
            <a:spLocks noGrp="1"/>
          </p:cNvSpPr>
          <p:nvPr>
            <p:ph type="body"/>
          </p:nvPr>
        </p:nvSpPr>
        <p:spPr bwMode="auto">
          <a:xfrm>
            <a:off x="365760" y="2194560"/>
            <a:ext cx="3595320" cy="399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1218524" name="PlaceHolder 3"/>
          <p:cNvSpPr>
            <a:spLocks noGrp="1"/>
          </p:cNvSpPr>
          <p:nvPr>
            <p:ph type="body"/>
          </p:nvPr>
        </p:nvSpPr>
        <p:spPr bwMode="auto">
          <a:xfrm>
            <a:off x="5394960" y="365760"/>
            <a:ext cx="6440039" cy="575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87923774" name="PlaceHolder 4"/>
          <p:cNvSpPr>
            <a:spLocks noGrp="1"/>
          </p:cNvSpPr>
          <p:nvPr>
            <p:ph type="dt" idx="130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6942101" name="PlaceHolder 5"/>
          <p:cNvSpPr>
            <a:spLocks noGrp="1"/>
          </p:cNvSpPr>
          <p:nvPr>
            <p:ph type="ftr" idx="131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706338" name="PlaceHolder 6"/>
          <p:cNvSpPr>
            <a:spLocks noGrp="1"/>
          </p:cNvSpPr>
          <p:nvPr>
            <p:ph type="sldNum" idx="132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30CD23B-68B4-40A6-8368-DDDD2449B5E3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p="http://schemas.openxmlformats.org/presentationml/2006/main" matchingName="" preserve="1" showMasterPhAnim="0" showMasterSp="1" type="title" userDrawn="1">
  <p:cSld name="Titl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189187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457200"/>
            <a:ext cx="7478640" cy="363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7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59465384" name="PlaceHolder 2"/>
          <p:cNvSpPr>
            <a:spLocks noGrp="1"/>
          </p:cNvSpPr>
          <p:nvPr>
            <p:ph type="dt" idx="133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751510" name="PlaceHolder 3"/>
          <p:cNvSpPr>
            <a:spLocks noGrp="1"/>
          </p:cNvSpPr>
          <p:nvPr>
            <p:ph type="ftr" idx="134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137759" name="PlaceHolder 4"/>
          <p:cNvSpPr>
            <a:spLocks noGrp="1"/>
          </p:cNvSpPr>
          <p:nvPr>
            <p:ph type="sldNum" idx="135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31C2FFA-1945-4F29-869A-4253E5ABA7D4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Picture with Caption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064186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365760"/>
            <a:ext cx="3595320" cy="221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28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28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28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96406911" name="PlaceHolder 2"/>
          <p:cNvSpPr>
            <a:spLocks noGrp="1"/>
          </p:cNvSpPr>
          <p:nvPr>
            <p:ph type="body"/>
          </p:nvPr>
        </p:nvSpPr>
        <p:spPr bwMode="auto">
          <a:xfrm>
            <a:off x="365760" y="2651760"/>
            <a:ext cx="3585240" cy="343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999770182" name="PlaceHolder 4"/>
          <p:cNvSpPr>
            <a:spLocks noGrp="1"/>
          </p:cNvSpPr>
          <p:nvPr>
            <p:ph type="dt" idx="136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6236283" name="PlaceHolder 5"/>
          <p:cNvSpPr>
            <a:spLocks noGrp="1"/>
          </p:cNvSpPr>
          <p:nvPr>
            <p:ph type="ftr" idx="137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5443057" name="PlaceHolder 6"/>
          <p:cNvSpPr>
            <a:spLocks noGrp="1"/>
          </p:cNvSpPr>
          <p:nvPr>
            <p:ph type="sldNum" idx="138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E9DDDEE-6660-4724-8A47-DFA371611119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clusion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625618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1847160"/>
            <a:ext cx="7341840" cy="11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402207375" name="PlaceHolder 2"/>
          <p:cNvSpPr>
            <a:spLocks noGrp="1"/>
          </p:cNvSpPr>
          <p:nvPr>
            <p:ph type="body"/>
          </p:nvPr>
        </p:nvSpPr>
        <p:spPr bwMode="auto">
          <a:xfrm>
            <a:off x="365760" y="3291840"/>
            <a:ext cx="1089000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60487177" name="PlaceHolder 3"/>
          <p:cNvSpPr>
            <a:spLocks noGrp="1"/>
          </p:cNvSpPr>
          <p:nvPr>
            <p:ph type="dt" idx="139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228338" name="PlaceHolder 4"/>
          <p:cNvSpPr>
            <a:spLocks noGrp="1"/>
          </p:cNvSpPr>
          <p:nvPr>
            <p:ph type="ftr" idx="140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0280465" name="PlaceHolder 5"/>
          <p:cNvSpPr>
            <a:spLocks noGrp="1"/>
          </p:cNvSpPr>
          <p:nvPr>
            <p:ph type="sldNum" idx="141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48AFEAF-8010-4C9F-87E2-A5E11F42CFE2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Conclusion 2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538022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1627200"/>
            <a:ext cx="8430480" cy="1841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defRPr lang="en-US" sz="6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27959815" name="PlaceHolder 2"/>
          <p:cNvSpPr>
            <a:spLocks noGrp="1"/>
          </p:cNvSpPr>
          <p:nvPr>
            <p:ph type="body"/>
          </p:nvPr>
        </p:nvSpPr>
        <p:spPr bwMode="auto">
          <a:xfrm>
            <a:off x="365760" y="3622680"/>
            <a:ext cx="8430120" cy="127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Montserrat"/>
              </a:defRPr>
            </a:lvl1pPr>
            <a:lvl2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latin typeface="Montserrat"/>
              </a:defRPr>
            </a:lvl2pPr>
            <a:lvl3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latin typeface="Montserrat"/>
              </a:defRPr>
            </a:lvl3pPr>
            <a:lvl4pPr marL="685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Montserrat"/>
              </a:defRPr>
            </a:lvl4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Montserra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latin typeface="Montserrat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marL="457200"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  <a:p>
            <a:pPr marL="685800" indent="0" algn="l" defTabSz="914400">
              <a:lnSpc>
                <a:spcPct val="12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2825543" name="PlaceHolder 3"/>
          <p:cNvSpPr>
            <a:spLocks noGrp="1"/>
          </p:cNvSpPr>
          <p:nvPr>
            <p:ph type="dt" idx="142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9512892" name="PlaceHolder 4"/>
          <p:cNvSpPr>
            <a:spLocks noGrp="1"/>
          </p:cNvSpPr>
          <p:nvPr>
            <p:ph type="ftr" idx="143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953805" name="PlaceHolder 5"/>
          <p:cNvSpPr>
            <a:spLocks noGrp="1"/>
          </p:cNvSpPr>
          <p:nvPr>
            <p:ph type="sldNum" idx="144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23AEAA3-57F8-4872-845A-C500D94F2B4F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p="http://schemas.openxmlformats.org/presentationml/2006/main" matchingName="" preserve="1" showMasterPhAnim="0" showMasterSp="1" type="title" userDrawn="1">
  <p:cSld name="Title 2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272881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854280"/>
            <a:ext cx="7876080" cy="359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7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92640534" name="PlaceHolder 2"/>
          <p:cNvSpPr>
            <a:spLocks noGrp="1"/>
          </p:cNvSpPr>
          <p:nvPr>
            <p:ph type="dt" idx="145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5897338" name="PlaceHolder 3"/>
          <p:cNvSpPr>
            <a:spLocks noGrp="1"/>
          </p:cNvSpPr>
          <p:nvPr>
            <p:ph type="ftr" idx="146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022458" name="PlaceHolder 4"/>
          <p:cNvSpPr>
            <a:spLocks noGrp="1"/>
          </p:cNvSpPr>
          <p:nvPr>
            <p:ph type="sldNum" idx="147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069462A-16FC-45F6-8D74-2E4E00BC14FB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p="http://schemas.openxmlformats.org/presentationml/2006/main" matchingName="" preserve="1" showMasterPhAnim="0" showMasterSp="1" type="title" userDrawn="1">
  <p:cSld name="Title 3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719685" name="PlaceHolder 1"/>
          <p:cNvSpPr>
            <a:spLocks noGrp="1"/>
          </p:cNvSpPr>
          <p:nvPr>
            <p:ph type="title"/>
          </p:nvPr>
        </p:nvSpPr>
        <p:spPr bwMode="auto">
          <a:xfrm>
            <a:off x="1981080" y="1318320"/>
            <a:ext cx="8229240" cy="262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85000"/>
              </a:lnSpc>
              <a:buNone/>
              <a:defRPr lang="en-US" sz="7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ctr" defTabSz="914400">
              <a:lnSpc>
                <a:spcPct val="85000"/>
              </a:lnSpc>
              <a:buNone/>
              <a:defRPr/>
            </a:pP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718293576" name="PlaceHolder 2"/>
          <p:cNvSpPr>
            <a:spLocks noGrp="1"/>
          </p:cNvSpPr>
          <p:nvPr>
            <p:ph type="dt" idx="148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9670423" name="PlaceHolder 3"/>
          <p:cNvSpPr>
            <a:spLocks noGrp="1"/>
          </p:cNvSpPr>
          <p:nvPr>
            <p:ph type="ftr" idx="149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356550" name="PlaceHolder 4"/>
          <p:cNvSpPr>
            <a:spLocks noGrp="1"/>
          </p:cNvSpPr>
          <p:nvPr>
            <p:ph type="sldNum" idx="150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76F6775-7A10-40C3-8F9D-301C10DE308E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p="http://schemas.openxmlformats.org/presentationml/2006/main" matchingName="" preserve="1" showMasterPhAnim="0" showMasterSp="1" type="blank" userDrawn="1">
  <p:cSld name="Section Header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603100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1554480"/>
            <a:ext cx="7772039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defRPr lang="en-US" sz="7000" b="0" u="none" strike="noStrike" cap="all" spc="-150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7000" b="0" u="none" strike="noStrike" cap="all" spc="-150">
                <a:solidFill>
                  <a:schemeClr val="dk1"/>
                </a:solidFill>
                <a:latin typeface="Montserrat"/>
              </a:rPr>
              <a:t>Click to edit Master title style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887277339" name="PlaceHolder 2"/>
          <p:cNvSpPr>
            <a:spLocks noGrp="1"/>
          </p:cNvSpPr>
          <p:nvPr>
            <p:ph type="dt" idx="151"/>
          </p:nvPr>
        </p:nvSpPr>
        <p:spPr bwMode="auto">
          <a:xfrm>
            <a:off x="365760" y="62499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1635116" name="PlaceHolder 3"/>
          <p:cNvSpPr>
            <a:spLocks noGrp="1"/>
          </p:cNvSpPr>
          <p:nvPr>
            <p:ph type="ftr" idx="152"/>
          </p:nvPr>
        </p:nvSpPr>
        <p:spPr bwMode="auto">
          <a:xfrm>
            <a:off x="8640720" y="62499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8364049" name="PlaceHolder 4"/>
          <p:cNvSpPr>
            <a:spLocks noGrp="1"/>
          </p:cNvSpPr>
          <p:nvPr>
            <p:ph type="sldNum" idx="153"/>
          </p:nvPr>
        </p:nvSpPr>
        <p:spPr bwMode="auto">
          <a:xfrm>
            <a:off x="11396520" y="62499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164741F-6600-4BB4-8422-B47BE1C6B4B1}" type="slidenum">
              <a:rPr lang="en-US" sz="900" b="0" u="none" strike="noStrike">
                <a:solidFill>
                  <a:schemeClr val="dk1"/>
                </a:solidFill>
                <a:latin typeface="Montserrat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Modular maximalis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Montserrat"/>
        <a:buChar char="•"/>
        <a:defRPr sz="28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Montserrat"/>
        <a:buChar char="•"/>
        <a:defRPr sz="24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Montserrat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Montserrat"/>
        <a:buChar char="•"/>
        <a:defRPr sz="18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Montserrat"/>
        <a:buChar char="•"/>
        <a:defRPr sz="18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Montserrat"/>
        <a:buChar char="•"/>
        <a:defRPr sz="18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Montserrat"/>
        <a:buChar char="•"/>
        <a:defRPr sz="18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Montserrat"/>
        <a:buChar char="•"/>
        <a:defRPr sz="18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Montserrat"/>
        <a:buChar char="•"/>
        <a:defRPr sz="1800">
          <a:solidFill>
            <a:schemeClr val="tx1"/>
          </a:solidFill>
          <a:latin typeface="+mn-lt"/>
        </a:defRPr>
      </a:lvl9pPr>
    </p:bodyStyle>
    <p:otherStyle>
      <a:lvl1pPr marL="0" algn="l">
        <a:defRPr sz="1800">
          <a:solidFill>
            <a:schemeClr val="tx1"/>
          </a:solidFill>
          <a:latin typeface="+mn-lt"/>
        </a:defRPr>
      </a:lvl1pPr>
      <a:lvl2pPr marL="457200" algn="l">
        <a:defRPr sz="1800">
          <a:solidFill>
            <a:schemeClr val="tx1"/>
          </a:solidFill>
          <a:latin typeface="+mn-lt"/>
        </a:defRPr>
      </a:lvl2pPr>
      <a:lvl3pPr marL="914400" algn="l">
        <a:defRPr sz="1800">
          <a:solidFill>
            <a:schemeClr val="tx1"/>
          </a:solidFill>
          <a:latin typeface="+mn-lt"/>
        </a:defRPr>
      </a:lvl3pPr>
      <a:lvl4pPr marL="1371600" algn="l">
        <a:defRPr sz="1800">
          <a:solidFill>
            <a:schemeClr val="tx1"/>
          </a:solidFill>
          <a:latin typeface="+mn-lt"/>
        </a:defRPr>
      </a:lvl4pPr>
      <a:lvl5pPr marL="1828800" algn="l">
        <a:defRPr sz="1800">
          <a:solidFill>
            <a:schemeClr val="tx1"/>
          </a:solidFill>
          <a:latin typeface="+mn-lt"/>
        </a:defRPr>
      </a:lvl5pPr>
      <a:lvl6pPr marL="2286000" algn="l">
        <a:defRPr sz="1800">
          <a:solidFill>
            <a:schemeClr val="tx1"/>
          </a:solidFill>
          <a:latin typeface="+mn-lt"/>
        </a:defRPr>
      </a:lvl6pPr>
      <a:lvl7pPr marL="2743200" algn="l">
        <a:defRPr sz="1800">
          <a:solidFill>
            <a:schemeClr val="tx1"/>
          </a:solidFill>
          <a:latin typeface="+mn-lt"/>
        </a:defRPr>
      </a:lvl7pPr>
      <a:lvl8pPr marL="3200400" algn="l">
        <a:defRPr sz="1800">
          <a:solidFill>
            <a:schemeClr val="tx1"/>
          </a:solidFill>
          <a:latin typeface="+mn-lt"/>
        </a:defRPr>
      </a:lvl8pPr>
      <a:lvl9pPr marL="3657600" algn="l">
        <a:defRPr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401208" name="PlaceHolder 1"/>
          <p:cNvSpPr>
            <a:spLocks noGrp="1"/>
          </p:cNvSpPr>
          <p:nvPr>
            <p:ph type="title"/>
          </p:nvPr>
        </p:nvSpPr>
        <p:spPr bwMode="auto">
          <a:xfrm>
            <a:off x="365760" y="454320"/>
            <a:ext cx="9966600" cy="20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id-ID" sz="7000" b="0" u="none" strike="noStrike" cap="all" spc="-150">
                <a:solidFill>
                  <a:schemeClr val="dk1"/>
                </a:solidFill>
                <a:latin typeface="Montserrat"/>
              </a:rPr>
              <a:t>Sandbox and </a:t>
            </a:r>
            <a:br>
              <a:rPr lang="id-ID" sz="7000" b="0" u="none" strike="noStrike" cap="all" spc="-150">
                <a:solidFill>
                  <a:schemeClr val="dk1"/>
                </a:solidFill>
                <a:latin typeface="Montserrat"/>
              </a:rPr>
            </a:br>
            <a:r>
              <a:rPr lang="id-ID" sz="7000" b="0" u="none" strike="noStrike" cap="all" spc="-150">
                <a:solidFill>
                  <a:schemeClr val="dk1"/>
                </a:solidFill>
                <a:latin typeface="Montserrat"/>
              </a:rPr>
              <a:t>out of the box</a:t>
            </a:r>
            <a:endParaRPr lang="en-US" sz="7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067322854" name="PlaceHolder 2"/>
          <p:cNvSpPr>
            <a:spLocks noGrp="1"/>
          </p:cNvSpPr>
          <p:nvPr>
            <p:ph type="subTitle"/>
          </p:nvPr>
        </p:nvSpPr>
        <p:spPr bwMode="auto">
          <a:xfrm>
            <a:off x="10108800" y="554040"/>
            <a:ext cx="1485000" cy="198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id-ID" sz="1400" b="0" u="none" strike="noStrike">
                <a:solidFill>
                  <a:schemeClr val="dk1"/>
                </a:solidFill>
                <a:latin typeface="Montserrat"/>
              </a:rPr>
              <a:t>Pembelajaran Alamiyah Mustaqbal Way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1982161222" name="Picture Placeholder 5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l="0" t="33729" r="0" b="-10751"/>
          <a:stretch/>
        </p:blipFill>
        <p:spPr bwMode="auto">
          <a:xfrm>
            <a:off x="0" y="2535120"/>
            <a:ext cx="12191760" cy="6259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4537" name="PlaceHolder 1"/>
          <p:cNvSpPr>
            <a:spLocks noGrp="1"/>
          </p:cNvSpPr>
          <p:nvPr>
            <p:ph hasCustomPrompt="1"/>
          </p:nvPr>
        </p:nvSpPr>
        <p:spPr bwMode="auto">
          <a:xfrm>
            <a:off x="609480" y="1761480"/>
            <a:ext cx="10972440" cy="139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5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id-ID" sz="9600" b="0" u="none" strike="noStrike" cap="all" spc="-99">
                <a:solidFill>
                  <a:schemeClr val="dk1"/>
                </a:solidFill>
                <a:latin typeface="Montserrat"/>
              </a:rPr>
              <a:t>Understand</a:t>
            </a:r>
            <a:endParaRPr lang="en-US" sz="9600" b="0" u="none" strike="noStrike" cap="all" spc="-9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38822619" name="Title 1"/>
          <p:cNvSpPr/>
          <p:nvPr/>
        </p:nvSpPr>
        <p:spPr bwMode="auto">
          <a:xfrm flipH="0" flipV="0">
            <a:off x="886799" y="1078920"/>
            <a:ext cx="10470839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85000"/>
              </a:lnSpc>
              <a:defRPr/>
            </a:pPr>
            <a:r>
              <a:rPr lang="id-ID" sz="4400" b="0" u="none" strike="noStrike" cap="all" spc="-150">
                <a:solidFill>
                  <a:schemeClr val="dk1"/>
                </a:solidFill>
                <a:latin typeface="Montserrat"/>
              </a:rPr>
              <a:t>What is to…</a:t>
            </a:r>
            <a:endParaRPr lang="en-US" sz="44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547783227" name="Content Placeholder 5"/>
          <p:cNvSpPr/>
          <p:nvPr/>
        </p:nvSpPr>
        <p:spPr bwMode="auto">
          <a:xfrm>
            <a:off x="971669" y="3004200"/>
            <a:ext cx="1791360" cy="3017519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85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id-ID" sz="20000" b="0" u="none" strike="noStrike" cap="all" spc="-99">
                <a:solidFill>
                  <a:schemeClr val="dk1"/>
                </a:solidFill>
                <a:latin typeface="Montserrat"/>
              </a:rPr>
              <a:t>?</a:t>
            </a:r>
            <a:endParaRPr lang="en-US" sz="200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185015708" name="PlaceHolder 2"/>
          <p:cNvSpPr>
            <a:spLocks noGrp="1"/>
          </p:cNvSpPr>
          <p:nvPr>
            <p:ph type="title"/>
          </p:nvPr>
        </p:nvSpPr>
        <p:spPr bwMode="auto"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5000"/>
              </a:lnSpc>
              <a:buNone/>
              <a:defRPr/>
            </a:pP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292617" name="Shape 311"/>
          <p:cNvSpPr/>
          <p:nvPr/>
        </p:nvSpPr>
        <p:spPr bwMode="auto">
          <a:xfrm>
            <a:off x="4800600" y="457200"/>
            <a:ext cx="1828800" cy="1143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38160">
            <a:solidFill>
              <a:srgbClr val="729FC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861440835" name="Shape 312"/>
          <p:cNvSpPr/>
          <p:nvPr/>
        </p:nvSpPr>
        <p:spPr bwMode="auto">
          <a:xfrm>
            <a:off x="7543800" y="2057400"/>
            <a:ext cx="1600200" cy="1600200"/>
          </a:xfrm>
          <a:prstGeom prst="ellipse">
            <a:avLst/>
          </a:prstGeom>
          <a:solidFill>
            <a:srgbClr val="C5000B"/>
          </a:solidFill>
          <a:ln w="38160">
            <a:solidFill>
              <a:srgbClr val="C5000B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0090331" name="Shape 313"/>
          <p:cNvSpPr/>
          <p:nvPr/>
        </p:nvSpPr>
        <p:spPr bwMode="auto">
          <a:xfrm>
            <a:off x="6858000" y="4800600"/>
            <a:ext cx="1828800" cy="1143000"/>
          </a:xfrm>
          <a:prstGeom prst="parallelogram">
            <a:avLst>
              <a:gd name="adj" fmla="val 40000"/>
            </a:avLst>
          </a:prstGeom>
          <a:solidFill>
            <a:srgbClr val="729FCF"/>
          </a:solidFill>
          <a:ln w="38160">
            <a:solidFill>
              <a:srgbClr val="729FC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555468945" name="Shape 314"/>
          <p:cNvSpPr/>
          <p:nvPr/>
        </p:nvSpPr>
        <p:spPr bwMode="auto">
          <a:xfrm>
            <a:off x="3657600" y="4800600"/>
            <a:ext cx="1828800" cy="11430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4B1F6F"/>
          </a:solidFill>
          <a:ln w="38160">
            <a:solidFill>
              <a:srgbClr val="4B1F6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53399805" name="Shape 315"/>
          <p:cNvSpPr/>
          <p:nvPr/>
        </p:nvSpPr>
        <p:spPr bwMode="auto">
          <a:xfrm>
            <a:off x="2743200" y="2057400"/>
            <a:ext cx="1371600" cy="13716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64771855" name="Shape 316"/>
          <p:cNvSpPr/>
          <p:nvPr/>
        </p:nvSpPr>
        <p:spPr bwMode="auto">
          <a:xfrm rot="2836200">
            <a:off x="7089120" y="1247759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705078337" name="Shape 317"/>
          <p:cNvSpPr/>
          <p:nvPr/>
        </p:nvSpPr>
        <p:spPr bwMode="auto">
          <a:xfrm rot="5999398">
            <a:off x="7833960" y="369756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99957027" name="Shape 318"/>
          <p:cNvSpPr/>
          <p:nvPr/>
        </p:nvSpPr>
        <p:spPr bwMode="auto">
          <a:xfrm rot="10758600">
            <a:off x="5733000" y="488880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140083212" name="Shape 319"/>
          <p:cNvSpPr/>
          <p:nvPr/>
        </p:nvSpPr>
        <p:spPr bwMode="auto">
          <a:xfrm rot="15752400">
            <a:off x="3197160" y="371520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882121332" name="Shape 320"/>
          <p:cNvSpPr/>
          <p:nvPr/>
        </p:nvSpPr>
        <p:spPr bwMode="auto">
          <a:xfrm rot="19283400">
            <a:off x="3904200" y="125748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73736963" name="Content Placeholder 4"/>
          <p:cNvSpPr txBox="1"/>
          <p:nvPr/>
        </p:nvSpPr>
        <p:spPr bwMode="auto">
          <a:xfrm>
            <a:off x="4038840" y="2743200"/>
            <a:ext cx="3733560" cy="1392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 defTabSz="914400">
              <a:lnSpc>
                <a:spcPct val="85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id-ID" sz="7200" b="0" u="none" strike="noStrike" cap="all" spc="-99">
                <a:solidFill>
                  <a:schemeClr val="dk1"/>
                </a:solidFill>
                <a:latin typeface="Montserrat"/>
              </a:rPr>
              <a:t>POLA</a:t>
            </a:r>
            <a:endParaRPr lang="en-US" sz="7200" b="0" u="none" strike="noStrike" cap="all" spc="-99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305344" name="PlaceHolder 1"/>
          <p:cNvSpPr>
            <a:spLocks noGrp="1"/>
          </p:cNvSpPr>
          <p:nvPr>
            <p:ph/>
          </p:nvPr>
        </p:nvSpPr>
        <p:spPr bwMode="auto">
          <a:xfrm>
            <a:off x="685800" y="45720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164520" indent="-164520" algn="l" defTabSz="914400">
              <a:lnSpc>
                <a:spcPct val="85000"/>
              </a:lnSpc>
              <a:buNone/>
              <a:tabLst>
                <a:tab pos="0" algn="l"/>
              </a:tabLst>
              <a:defRPr/>
            </a:pPr>
            <a:r>
              <a:rPr lang="en-US" sz="4200" b="0" u="none" strike="noStrike" cap="all" spc="-150">
                <a:solidFill>
                  <a:schemeClr val="dk1"/>
                </a:solidFill>
                <a:latin typeface="Montserrat"/>
              </a:rPr>
              <a:t>POLA YANG DIBUTUHKAN</a:t>
            </a:r>
            <a:endParaRPr lang="en-US" sz="42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54053320" name="Shape 323"/>
          <p:cNvSpPr/>
          <p:nvPr/>
        </p:nvSpPr>
        <p:spPr bwMode="auto">
          <a:xfrm flipH="0" flipV="0">
            <a:off x="914220" y="1671637"/>
            <a:ext cx="1828800" cy="771524"/>
          </a:xfrm>
          <a:prstGeom prst="roundRect">
            <a:avLst>
              <a:gd name="adj" fmla="val 1666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STANDAR AGAMA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85504319" name="Shape 324"/>
          <p:cNvSpPr/>
          <p:nvPr/>
        </p:nvSpPr>
        <p:spPr bwMode="auto">
          <a:xfrm flipH="0" flipV="0">
            <a:off x="913860" y="2898011"/>
            <a:ext cx="1828800" cy="771524"/>
          </a:xfrm>
          <a:prstGeom prst="roundRect">
            <a:avLst>
              <a:gd name="adj" fmla="val 16667"/>
            </a:avLst>
          </a:prstGeom>
          <a:solidFill>
            <a:srgbClr val="FF420E"/>
          </a:solidFill>
          <a:ln w="38160">
            <a:solidFill>
              <a:srgbClr val="FF420E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STANDAR LINGKUNGAN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410992253" name="Shape 325"/>
          <p:cNvSpPr/>
          <p:nvPr/>
        </p:nvSpPr>
        <p:spPr bwMode="auto">
          <a:xfrm flipH="0" flipV="0">
            <a:off x="914220" y="4124385"/>
            <a:ext cx="1828800" cy="771524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38160">
            <a:solidFill>
              <a:srgbClr val="729FC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000000"/>
                </a:solidFill>
                <a:latin typeface="Montserrat"/>
              </a:rPr>
              <a:t>STANDAR PEMERINTAH</a:t>
            </a: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grpSp>
        <p:nvGrpSpPr>
          <p:cNvPr id="396960721" name="Shape 326"/>
          <p:cNvGrpSpPr/>
          <p:nvPr/>
        </p:nvGrpSpPr>
        <p:grpSpPr bwMode="auto">
          <a:xfrm>
            <a:off x="4343400" y="2514600"/>
            <a:ext cx="1600200" cy="1143000"/>
            <a:chOff x="4343400" y="2514600"/>
            <a:chExt cx="1600200" cy="1143000"/>
          </a:xfrm>
        </p:grpSpPr>
        <p:sp>
          <p:nvSpPr>
            <p:cNvPr id="327" name="Shape 327"/>
            <p:cNvSpPr/>
            <p:nvPr/>
          </p:nvSpPr>
          <p:spPr bwMode="auto">
            <a:xfrm>
              <a:off x="5029200" y="2743200"/>
              <a:ext cx="228600" cy="914400"/>
            </a:xfrm>
            <a:prstGeom prst="rect">
              <a:avLst/>
            </a:prstGeom>
            <a:solidFill>
              <a:srgbClr val="FF420E"/>
            </a:solidFill>
            <a:ln w="38160">
              <a:solidFill>
                <a:srgbClr val="FF420E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328" name="Shape 328"/>
            <p:cNvSpPr/>
            <p:nvPr/>
          </p:nvSpPr>
          <p:spPr bwMode="auto">
            <a:xfrm>
              <a:off x="4343400" y="2514600"/>
              <a:ext cx="1600200" cy="685800"/>
            </a:xfrm>
            <a:prstGeom prst="flowChartMerge">
              <a:avLst/>
            </a:prstGeom>
            <a:solidFill>
              <a:srgbClr val="FF420E"/>
            </a:solidFill>
            <a:ln w="38160">
              <a:solidFill>
                <a:srgbClr val="FF420E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</p:grpSp>
      <p:sp>
        <p:nvSpPr>
          <p:cNvPr id="1518892854" name="Shape 329"/>
          <p:cNvSpPr/>
          <p:nvPr/>
        </p:nvSpPr>
        <p:spPr bwMode="auto">
          <a:xfrm>
            <a:off x="8229600" y="2057400"/>
            <a:ext cx="3429000" cy="457200"/>
          </a:xfrm>
          <a:prstGeom prst="roundRect">
            <a:avLst>
              <a:gd name="adj" fmla="val 1666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MINIMAL AGAMA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547188022" name="Shape 330"/>
          <p:cNvSpPr/>
          <p:nvPr/>
        </p:nvSpPr>
        <p:spPr bwMode="auto">
          <a:xfrm>
            <a:off x="8229600" y="2743200"/>
            <a:ext cx="3429000" cy="457200"/>
          </a:xfrm>
          <a:prstGeom prst="roundRect">
            <a:avLst>
              <a:gd name="adj" fmla="val 16667"/>
            </a:avLst>
          </a:prstGeom>
          <a:solidFill>
            <a:srgbClr val="7E0021"/>
          </a:solidFill>
          <a:ln w="38160">
            <a:solidFill>
              <a:srgbClr val="7E0021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MINIMAL SURVIVE 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04094776" name="Shape 331"/>
          <p:cNvSpPr/>
          <p:nvPr/>
        </p:nvSpPr>
        <p:spPr bwMode="auto">
          <a:xfrm>
            <a:off x="7315200" y="4114800"/>
            <a:ext cx="4343400" cy="457200"/>
          </a:xfrm>
          <a:prstGeom prst="roundRect">
            <a:avLst>
              <a:gd name="adj" fmla="val 1666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BAKAT IBADAH 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407801211" name="Shape 332"/>
          <p:cNvSpPr/>
          <p:nvPr/>
        </p:nvSpPr>
        <p:spPr bwMode="auto">
          <a:xfrm>
            <a:off x="7315200" y="4800600"/>
            <a:ext cx="4343400" cy="457200"/>
          </a:xfrm>
          <a:prstGeom prst="roundRect">
            <a:avLst>
              <a:gd name="adj" fmla="val 16667"/>
            </a:avLst>
          </a:prstGeom>
          <a:solidFill>
            <a:srgbClr val="4B1F6F"/>
          </a:solidFill>
          <a:ln w="38160">
            <a:solidFill>
              <a:srgbClr val="4B1F6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BAKAT PROFESI 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22195700" name="Shape 333"/>
          <p:cNvSpPr/>
          <p:nvPr/>
        </p:nvSpPr>
        <p:spPr bwMode="auto">
          <a:xfrm flipH="0" flipV="0">
            <a:off x="913860" y="5350758"/>
            <a:ext cx="1828800" cy="771524"/>
          </a:xfrm>
          <a:prstGeom prst="roundRect">
            <a:avLst>
              <a:gd name="adj" fmla="val 16667"/>
            </a:avLst>
          </a:prstGeom>
          <a:solidFill>
            <a:srgbClr val="4B1F6F"/>
          </a:solidFill>
          <a:ln w="38160">
            <a:solidFill>
              <a:srgbClr val="4B1F6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PREDIKSI MASA DEPAN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06651932" name="Shape 334"/>
          <p:cNvSpPr/>
          <p:nvPr/>
        </p:nvSpPr>
        <p:spPr bwMode="auto">
          <a:xfrm>
            <a:off x="6629400" y="2057400"/>
            <a:ext cx="914400" cy="1143000"/>
          </a:xfrm>
          <a:prstGeom prst="flowChartSort">
            <a:avLst/>
          </a:prstGeom>
          <a:solidFill>
            <a:srgbClr val="FF420E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cxnSp>
        <p:nvCxnSpPr>
          <p:cNvPr id="1924285192" name="Shape 335"/>
          <p:cNvCxnSpPr>
            <a:stCxn id="385504319" idx="3"/>
            <a:endCxn id="396960721" idx="0"/>
          </p:cNvCxnSpPr>
          <p:nvPr/>
        </p:nvCxnSpPr>
        <p:spPr bwMode="auto">
          <a:xfrm rot="0" flipH="0" flipV="1">
            <a:off x="2742660" y="2514599"/>
            <a:ext cx="2400840" cy="769173"/>
          </a:xfrm>
          <a:prstGeom prst="bentConnector4">
            <a:avLst>
              <a:gd name="adj1" fmla="val 33337"/>
              <a:gd name="adj2" fmla="val 129720"/>
            </a:avLst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2120431670" name="Shape 336"/>
          <p:cNvCxnSpPr>
            <a:stCxn id="54053320" idx="3"/>
            <a:endCxn id="396960721" idx="0"/>
          </p:cNvCxnSpPr>
          <p:nvPr/>
        </p:nvCxnSpPr>
        <p:spPr bwMode="auto">
          <a:xfrm rot="0" flipH="0" flipV="0">
            <a:off x="2743019" y="2057400"/>
            <a:ext cx="2400479" cy="457199"/>
          </a:xfrm>
          <a:prstGeom prst="bentConnector2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1400162555" name="Shape 337"/>
          <p:cNvCxnSpPr>
            <a:stCxn id="1410992253" idx="3"/>
            <a:endCxn id="396960721" idx="0"/>
          </p:cNvCxnSpPr>
          <p:nvPr/>
        </p:nvCxnSpPr>
        <p:spPr bwMode="auto">
          <a:xfrm rot="0" flipH="0" flipV="1">
            <a:off x="2743019" y="2514599"/>
            <a:ext cx="2400479" cy="1995547"/>
          </a:xfrm>
          <a:prstGeom prst="bentConnector4">
            <a:avLst>
              <a:gd name="adj1" fmla="val 33335"/>
              <a:gd name="adj2" fmla="val 111456"/>
            </a:avLst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243050704" name="Shape 338"/>
          <p:cNvCxnSpPr>
            <a:stCxn id="522195700" idx="3"/>
            <a:endCxn id="396960721" idx="0"/>
          </p:cNvCxnSpPr>
          <p:nvPr/>
        </p:nvCxnSpPr>
        <p:spPr bwMode="auto">
          <a:xfrm rot="0" flipH="0" flipV="1">
            <a:off x="2742660" y="2514599"/>
            <a:ext cx="2400840" cy="3221921"/>
          </a:xfrm>
          <a:prstGeom prst="bentConnector4">
            <a:avLst>
              <a:gd name="adj1" fmla="val 33337"/>
              <a:gd name="adj2" fmla="val 107095"/>
            </a:avLst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952774698" name="Shape 339"/>
          <p:cNvCxnSpPr>
            <a:stCxn id="396960721" idx="2"/>
            <a:endCxn id="1006651932" idx="1"/>
          </p:cNvCxnSpPr>
          <p:nvPr/>
        </p:nvCxnSpPr>
        <p:spPr bwMode="auto">
          <a:xfrm rot="5400000" flipH="1" flipV="1">
            <a:off x="5371920" y="2400120"/>
            <a:ext cx="1029240" cy="1486440"/>
          </a:xfrm>
          <a:prstGeom prst="bentConnector4">
            <a:avLst>
              <a:gd name="adj1" fmla="val -17494"/>
              <a:gd name="adj2" fmla="val 76937"/>
            </a:avLst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989932225" name="Shape 340"/>
          <p:cNvCxnSpPr>
            <a:stCxn id="1006651932" idx="3"/>
            <a:endCxn id="1518892854" idx="1"/>
          </p:cNvCxnSpPr>
          <p:nvPr/>
        </p:nvCxnSpPr>
        <p:spPr bwMode="auto">
          <a:xfrm flipV="1">
            <a:off x="7543800" y="2286000"/>
            <a:ext cx="686160" cy="343080"/>
          </a:xfrm>
          <a:prstGeom prst="bentConnector3">
            <a:avLst>
              <a:gd name="adj1" fmla="val 50000"/>
              <a:gd name="adj" fmla="val 50026"/>
            </a:avLst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1474100404" name="Shape 341"/>
          <p:cNvCxnSpPr>
            <a:stCxn id="1006651932" idx="3"/>
            <a:endCxn id="1547188022" idx="1"/>
          </p:cNvCxnSpPr>
          <p:nvPr/>
        </p:nvCxnSpPr>
        <p:spPr bwMode="auto">
          <a:xfrm>
            <a:off x="7543800" y="2628720"/>
            <a:ext cx="686160" cy="343439"/>
          </a:xfrm>
          <a:prstGeom prst="bentConnector3">
            <a:avLst>
              <a:gd name="adj1" fmla="val 50000"/>
              <a:gd name="adj" fmla="val 50026"/>
            </a:avLst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1468365852" name="Shape 342"/>
          <p:cNvCxnSpPr>
            <a:stCxn id="396960721" idx="2"/>
            <a:endCxn id="304094776" idx="1"/>
          </p:cNvCxnSpPr>
          <p:nvPr/>
        </p:nvCxnSpPr>
        <p:spPr bwMode="auto">
          <a:xfrm rot="16199998" flipH="1">
            <a:off x="5886360" y="2914200"/>
            <a:ext cx="686160" cy="2172240"/>
          </a:xfrm>
          <a:prstGeom prst="bentConnector2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cxnSp>
        <p:nvCxnSpPr>
          <p:cNvPr id="864030071" name="Shape 343"/>
          <p:cNvCxnSpPr>
            <a:stCxn id="396960721" idx="2"/>
            <a:endCxn id="1407801211" idx="1"/>
          </p:cNvCxnSpPr>
          <p:nvPr/>
        </p:nvCxnSpPr>
        <p:spPr bwMode="auto">
          <a:xfrm rot="16199998" flipH="1">
            <a:off x="5543280" y="3257280"/>
            <a:ext cx="1371960" cy="2172240"/>
          </a:xfrm>
          <a:prstGeom prst="bentConnector2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</p:cxnSp>
      <p:sp>
        <p:nvSpPr>
          <p:cNvPr id="381133439" name="Title 3"/>
          <p:cNvSpPr txBox="1"/>
          <p:nvPr/>
        </p:nvSpPr>
        <p:spPr bwMode="auto">
          <a:xfrm>
            <a:off x="8229600" y="1506960"/>
            <a:ext cx="3429000" cy="46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defTabSz="914400">
              <a:lnSpc>
                <a:spcPct val="120000"/>
              </a:lnSpc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Wajib Semua, disesuaikan fase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006229592" name="Title 4"/>
          <p:cNvSpPr txBox="1"/>
          <p:nvPr/>
        </p:nvSpPr>
        <p:spPr bwMode="auto">
          <a:xfrm>
            <a:off x="8229600" y="3573000"/>
            <a:ext cx="3429000" cy="46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defTabSz="914400">
              <a:lnSpc>
                <a:spcPct val="120000"/>
              </a:lnSpc>
              <a:defRPr/>
            </a:pPr>
            <a:r>
              <a:rPr lang="en-US" sz="1400" b="0" u="none" strike="noStrike">
                <a:solidFill>
                  <a:schemeClr val="dk1"/>
                </a:solidFill>
                <a:latin typeface="Montserrat"/>
              </a:rPr>
              <a:t>Personalisasi</a:t>
            </a:r>
            <a:endParaRPr lang="en-US" sz="14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99219" name="Shape 346"/>
          <p:cNvSpPr/>
          <p:nvPr/>
        </p:nvSpPr>
        <p:spPr bwMode="auto">
          <a:xfrm>
            <a:off x="3429000" y="457200"/>
            <a:ext cx="1828800" cy="1143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38160">
            <a:solidFill>
              <a:srgbClr val="729FC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672919460" name="Shape 347"/>
          <p:cNvSpPr/>
          <p:nvPr/>
        </p:nvSpPr>
        <p:spPr bwMode="auto">
          <a:xfrm>
            <a:off x="6172200" y="2057400"/>
            <a:ext cx="1600200" cy="1600200"/>
          </a:xfrm>
          <a:prstGeom prst="ellipse">
            <a:avLst/>
          </a:prstGeom>
          <a:solidFill>
            <a:srgbClr val="C5000B"/>
          </a:solidFill>
          <a:ln w="38160">
            <a:solidFill>
              <a:srgbClr val="C5000B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0860177" name="Shape 348"/>
          <p:cNvSpPr/>
          <p:nvPr/>
        </p:nvSpPr>
        <p:spPr bwMode="auto">
          <a:xfrm>
            <a:off x="5486400" y="4800600"/>
            <a:ext cx="1828800" cy="1143000"/>
          </a:xfrm>
          <a:prstGeom prst="parallelogram">
            <a:avLst>
              <a:gd name="adj" fmla="val 40000"/>
            </a:avLst>
          </a:prstGeom>
          <a:solidFill>
            <a:srgbClr val="729FCF"/>
          </a:solidFill>
          <a:ln w="38160">
            <a:solidFill>
              <a:srgbClr val="729FC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52597933" name="Shape 349"/>
          <p:cNvSpPr/>
          <p:nvPr/>
        </p:nvSpPr>
        <p:spPr bwMode="auto">
          <a:xfrm>
            <a:off x="2286000" y="4800600"/>
            <a:ext cx="1828800" cy="11430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4B1F6F"/>
          </a:solidFill>
          <a:ln w="38160">
            <a:solidFill>
              <a:srgbClr val="4B1F6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27401517" name="Shape 350"/>
          <p:cNvSpPr/>
          <p:nvPr/>
        </p:nvSpPr>
        <p:spPr bwMode="auto">
          <a:xfrm>
            <a:off x="1371600" y="2057400"/>
            <a:ext cx="1371600" cy="13716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91181848" name="Shape 351"/>
          <p:cNvSpPr/>
          <p:nvPr/>
        </p:nvSpPr>
        <p:spPr bwMode="auto">
          <a:xfrm rot="2836200">
            <a:off x="5717520" y="1247759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100641543" name="Shape 352"/>
          <p:cNvSpPr/>
          <p:nvPr/>
        </p:nvSpPr>
        <p:spPr bwMode="auto">
          <a:xfrm rot="5999398">
            <a:off x="6462360" y="369756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89403819" name="Shape 353"/>
          <p:cNvSpPr/>
          <p:nvPr/>
        </p:nvSpPr>
        <p:spPr bwMode="auto">
          <a:xfrm rot="10758600">
            <a:off x="4361400" y="488880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2063667" name="Shape 354"/>
          <p:cNvSpPr/>
          <p:nvPr/>
        </p:nvSpPr>
        <p:spPr bwMode="auto">
          <a:xfrm rot="15752400">
            <a:off x="1825560" y="371520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60933748" name="Shape 355"/>
          <p:cNvSpPr/>
          <p:nvPr/>
        </p:nvSpPr>
        <p:spPr bwMode="auto">
          <a:xfrm rot="19283400">
            <a:off x="2532600" y="1257480"/>
            <a:ext cx="685800" cy="914400"/>
          </a:xfrm>
          <a:prstGeom prst="rightArrow">
            <a:avLst>
              <a:gd name="adj1" fmla="val 42936"/>
              <a:gd name="adj2" fmla="val 58342"/>
            </a:avLst>
          </a:prstGeom>
          <a:solidFill>
            <a:srgbClr val="127A02"/>
          </a:solidFill>
          <a:ln w="38160">
            <a:solidFill>
              <a:srgbClr val="127A02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973488627" name="Title 8"/>
          <p:cNvSpPr txBox="1"/>
          <p:nvPr/>
        </p:nvSpPr>
        <p:spPr bwMode="auto">
          <a:xfrm>
            <a:off x="8458200" y="457200"/>
            <a:ext cx="2057400" cy="46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SANDBOX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08225278" name="Shape 357"/>
          <p:cNvSpPr/>
          <p:nvPr/>
        </p:nvSpPr>
        <p:spPr bwMode="auto">
          <a:xfrm flipV="1">
            <a:off x="4800600" y="685800"/>
            <a:ext cx="3657600" cy="22860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369713440" name="Shape 358"/>
          <p:cNvSpPr/>
          <p:nvPr/>
        </p:nvSpPr>
        <p:spPr bwMode="auto">
          <a:xfrm flipV="1">
            <a:off x="7315200" y="685800"/>
            <a:ext cx="1143000" cy="160020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950237064" name="Title 9"/>
          <p:cNvSpPr txBox="1"/>
          <p:nvPr/>
        </p:nvSpPr>
        <p:spPr bwMode="auto">
          <a:xfrm>
            <a:off x="9601200" y="4343400"/>
            <a:ext cx="2057400" cy="2066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OUT</a:t>
            </a:r>
            <a:br>
              <a:rPr sz="2100"/>
            </a:b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OF</a:t>
            </a:r>
            <a:br>
              <a:rPr sz="2100"/>
            </a:b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THE</a:t>
            </a:r>
            <a:br>
              <a:rPr sz="2100"/>
            </a:b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BOX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33007" name="Title 11"/>
          <p:cNvSpPr txBox="1"/>
          <p:nvPr/>
        </p:nvSpPr>
        <p:spPr bwMode="auto">
          <a:xfrm>
            <a:off x="914400" y="1592274"/>
            <a:ext cx="1600200" cy="694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TUJUAN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08942622" name="Shape 361"/>
          <p:cNvSpPr/>
          <p:nvPr/>
        </p:nvSpPr>
        <p:spPr bwMode="auto">
          <a:xfrm>
            <a:off x="3747747" y="2286714"/>
            <a:ext cx="2286000" cy="13716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38160">
            <a:solidFill>
              <a:srgbClr val="004586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101691068" name="Shape 362"/>
          <p:cNvSpPr/>
          <p:nvPr/>
        </p:nvSpPr>
        <p:spPr bwMode="auto">
          <a:xfrm>
            <a:off x="4426574" y="2744094"/>
            <a:ext cx="914400" cy="4568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38160">
            <a:solidFill>
              <a:srgbClr val="729FCF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300426263" name="Title 10"/>
          <p:cNvSpPr/>
          <p:nvPr/>
        </p:nvSpPr>
        <p:spPr bwMode="auto">
          <a:xfrm>
            <a:off x="609840" y="460439"/>
            <a:ext cx="1074492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85000"/>
              </a:lnSpc>
              <a:defRPr/>
            </a:pPr>
            <a:r>
              <a:rPr lang="id-ID" sz="4400" b="0" u="none" strike="noStrike" cap="all" spc="-150">
                <a:solidFill>
                  <a:schemeClr val="dk1"/>
                </a:solidFill>
                <a:latin typeface="Montserrat"/>
              </a:rPr>
              <a:t>PERENCANAAN</a:t>
            </a:r>
            <a:endParaRPr lang="en-US" sz="44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868577672" name="Title 12"/>
          <p:cNvSpPr txBox="1"/>
          <p:nvPr/>
        </p:nvSpPr>
        <p:spPr bwMode="auto">
          <a:xfrm>
            <a:off x="3733800" y="1752599"/>
            <a:ext cx="2299947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Pertemuan 1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162560931" name="Shape 495"/>
          <p:cNvSpPr/>
          <p:nvPr/>
        </p:nvSpPr>
        <p:spPr bwMode="auto">
          <a:xfrm>
            <a:off x="7038295" y="2286714"/>
            <a:ext cx="2286000" cy="13716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38160">
            <a:solidFill>
              <a:srgbClr val="004586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547294064" name="Title 12 copy"/>
          <p:cNvSpPr txBox="1"/>
          <p:nvPr/>
        </p:nvSpPr>
        <p:spPr bwMode="auto">
          <a:xfrm>
            <a:off x="7024346" y="1752599"/>
            <a:ext cx="2299947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Pertemuan 2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477402394" name="Shape 498"/>
          <p:cNvSpPr/>
          <p:nvPr/>
        </p:nvSpPr>
        <p:spPr bwMode="auto">
          <a:xfrm>
            <a:off x="3747747" y="4649628"/>
            <a:ext cx="2286000" cy="13716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38160">
            <a:solidFill>
              <a:srgbClr val="004586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895788978" name="Title 12 copy"/>
          <p:cNvSpPr txBox="1"/>
          <p:nvPr/>
        </p:nvSpPr>
        <p:spPr bwMode="auto">
          <a:xfrm>
            <a:off x="3733800" y="4115514"/>
            <a:ext cx="2299947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Pertemuan 3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39318517" name="Shape 501"/>
          <p:cNvSpPr/>
          <p:nvPr/>
        </p:nvSpPr>
        <p:spPr bwMode="auto">
          <a:xfrm>
            <a:off x="7038295" y="4649628"/>
            <a:ext cx="2286000" cy="13716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38160">
            <a:solidFill>
              <a:srgbClr val="004586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007498832" name="Title 12 copy"/>
          <p:cNvSpPr txBox="1"/>
          <p:nvPr/>
        </p:nvSpPr>
        <p:spPr bwMode="auto">
          <a:xfrm>
            <a:off x="7024346" y="4115514"/>
            <a:ext cx="2299947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Pertemuan 4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  <p:grpSp>
        <p:nvGrpSpPr>
          <p:cNvPr id="1119336180" name="Group 15"/>
          <p:cNvGrpSpPr/>
          <p:nvPr/>
        </p:nvGrpSpPr>
        <p:grpSpPr bwMode="auto">
          <a:xfrm>
            <a:off x="7412321" y="2410106"/>
            <a:ext cx="1524000" cy="1124816"/>
            <a:chOff x="3429000" y="457200"/>
            <a:chExt cx="4343400" cy="3200400"/>
          </a:xfrm>
        </p:grpSpPr>
        <p:sp>
          <p:nvSpPr>
            <p:cNvPr id="503" name="Shape 503"/>
            <p:cNvSpPr/>
            <p:nvPr/>
          </p:nvSpPr>
          <p:spPr bwMode="auto">
            <a:xfrm rot="2836200">
              <a:off x="5717520" y="1247759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04" name="Shape 504"/>
            <p:cNvSpPr/>
            <p:nvPr/>
          </p:nvSpPr>
          <p:spPr bwMode="auto">
            <a:xfrm>
              <a:off x="6172200" y="2057400"/>
              <a:ext cx="1600200" cy="1600200"/>
            </a:xfrm>
            <a:prstGeom prst="ellipse">
              <a:avLst/>
            </a:prstGeom>
            <a:solidFill>
              <a:srgbClr val="C5000B"/>
            </a:solidFill>
            <a:ln w="38160">
              <a:solidFill>
                <a:srgbClr val="C5000B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05" name="Shape 505"/>
            <p:cNvSpPr/>
            <p:nvPr/>
          </p:nvSpPr>
          <p:spPr bwMode="auto">
            <a:xfrm>
              <a:off x="3429000" y="457200"/>
              <a:ext cx="1828800" cy="1143000"/>
            </a:xfrm>
            <a:prstGeom prst="roundRect">
              <a:avLst>
                <a:gd name="adj" fmla="val 16667"/>
              </a:avLst>
            </a:prstGeom>
            <a:solidFill>
              <a:srgbClr val="729FCF"/>
            </a:solidFill>
            <a:ln w="38160">
              <a:solidFill>
                <a:srgbClr val="729FCF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Montserrat"/>
              </a:endParaRPr>
            </a:p>
          </p:txBody>
        </p:sp>
      </p:grpSp>
      <p:sp>
        <p:nvSpPr>
          <p:cNvPr id="1858645553" name="Shape 507"/>
          <p:cNvSpPr/>
          <p:nvPr/>
        </p:nvSpPr>
        <p:spPr bwMode="auto">
          <a:xfrm>
            <a:off x="4571829" y="5030271"/>
            <a:ext cx="623889" cy="610314"/>
          </a:xfrm>
          <a:prstGeom prst="ellipse">
            <a:avLst/>
          </a:prstGeom>
          <a:solidFill>
            <a:srgbClr val="C5000B"/>
          </a:solidFill>
          <a:ln w="38160">
            <a:solidFill>
              <a:srgbClr val="C5000B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grpSp>
        <p:nvGrpSpPr>
          <p:cNvPr id="2049828351" name="Group 19"/>
          <p:cNvGrpSpPr/>
          <p:nvPr/>
        </p:nvGrpSpPr>
        <p:grpSpPr bwMode="auto">
          <a:xfrm>
            <a:off x="7633947" y="4801850"/>
            <a:ext cx="852147" cy="1067157"/>
            <a:chOff x="3429000" y="457200"/>
            <a:chExt cx="4343400" cy="5486400"/>
          </a:xfrm>
        </p:grpSpPr>
        <p:sp>
          <p:nvSpPr>
            <p:cNvPr id="508" name="Shape 508"/>
            <p:cNvSpPr/>
            <p:nvPr/>
          </p:nvSpPr>
          <p:spPr bwMode="auto">
            <a:xfrm>
              <a:off x="3429000" y="457200"/>
              <a:ext cx="1828800" cy="1143000"/>
            </a:xfrm>
            <a:prstGeom prst="roundRect">
              <a:avLst>
                <a:gd name="adj" fmla="val 16667"/>
              </a:avLst>
            </a:prstGeom>
            <a:solidFill>
              <a:srgbClr val="729FCF"/>
            </a:solidFill>
            <a:ln w="38160">
              <a:solidFill>
                <a:srgbClr val="729FCF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Montserrat"/>
              </a:endParaRPr>
            </a:p>
          </p:txBody>
        </p:sp>
        <p:sp>
          <p:nvSpPr>
            <p:cNvPr id="509" name="Shape 509"/>
            <p:cNvSpPr/>
            <p:nvPr/>
          </p:nvSpPr>
          <p:spPr bwMode="auto">
            <a:xfrm rot="2836200">
              <a:off x="5717520" y="1247759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10" name="Shape 510"/>
            <p:cNvSpPr/>
            <p:nvPr/>
          </p:nvSpPr>
          <p:spPr bwMode="auto">
            <a:xfrm>
              <a:off x="6172200" y="2057400"/>
              <a:ext cx="1600200" cy="1600200"/>
            </a:xfrm>
            <a:prstGeom prst="ellipse">
              <a:avLst/>
            </a:prstGeom>
            <a:solidFill>
              <a:srgbClr val="C5000B"/>
            </a:solidFill>
            <a:ln w="38160">
              <a:solidFill>
                <a:srgbClr val="C5000B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11" name="Shape 511"/>
            <p:cNvSpPr/>
            <p:nvPr/>
          </p:nvSpPr>
          <p:spPr bwMode="auto">
            <a:xfrm rot="5999398">
              <a:off x="6462360" y="3697560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12" name="Shape 512"/>
            <p:cNvSpPr/>
            <p:nvPr/>
          </p:nvSpPr>
          <p:spPr bwMode="auto">
            <a:xfrm>
              <a:off x="5486400" y="4800600"/>
              <a:ext cx="1828800" cy="1143000"/>
            </a:xfrm>
            <a:prstGeom prst="parallelogram">
              <a:avLst>
                <a:gd name="adj" fmla="val 40000"/>
              </a:avLst>
            </a:prstGeom>
            <a:solidFill>
              <a:srgbClr val="729FCF"/>
            </a:solidFill>
            <a:ln w="38160">
              <a:solidFill>
                <a:srgbClr val="729FCF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Montserrat"/>
              </a:endParaRPr>
            </a:p>
          </p:txBody>
        </p:sp>
      </p:grpSp>
      <p:grpSp>
        <p:nvGrpSpPr>
          <p:cNvPr id="1063653619" name="Group 25"/>
          <p:cNvGrpSpPr/>
          <p:nvPr/>
        </p:nvGrpSpPr>
        <p:grpSpPr bwMode="auto">
          <a:xfrm>
            <a:off x="1057931" y="2516564"/>
            <a:ext cx="1313138" cy="1141750"/>
            <a:chOff x="1371600" y="457200"/>
            <a:chExt cx="6400800" cy="5486400"/>
          </a:xfrm>
        </p:grpSpPr>
        <p:sp>
          <p:nvSpPr>
            <p:cNvPr id="514" name="Shape 514"/>
            <p:cNvSpPr/>
            <p:nvPr/>
          </p:nvSpPr>
          <p:spPr bwMode="auto">
            <a:xfrm>
              <a:off x="3429000" y="457200"/>
              <a:ext cx="1828800" cy="1143000"/>
            </a:xfrm>
            <a:prstGeom prst="roundRect">
              <a:avLst>
                <a:gd name="adj" fmla="val 16667"/>
              </a:avLst>
            </a:prstGeom>
            <a:solidFill>
              <a:srgbClr val="729FCF"/>
            </a:solidFill>
            <a:ln w="38160">
              <a:solidFill>
                <a:srgbClr val="729FCF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Montserrat"/>
              </a:endParaRPr>
            </a:p>
          </p:txBody>
        </p:sp>
        <p:sp>
          <p:nvSpPr>
            <p:cNvPr id="515" name="Shape 515"/>
            <p:cNvSpPr/>
            <p:nvPr/>
          </p:nvSpPr>
          <p:spPr bwMode="auto">
            <a:xfrm>
              <a:off x="6172200" y="2057400"/>
              <a:ext cx="1600200" cy="1600200"/>
            </a:xfrm>
            <a:prstGeom prst="ellipse">
              <a:avLst/>
            </a:prstGeom>
            <a:solidFill>
              <a:srgbClr val="C5000B"/>
            </a:solidFill>
            <a:ln w="38160">
              <a:solidFill>
                <a:srgbClr val="C5000B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16" name="Shape 516"/>
            <p:cNvSpPr/>
            <p:nvPr/>
          </p:nvSpPr>
          <p:spPr bwMode="auto">
            <a:xfrm>
              <a:off x="5486400" y="4800600"/>
              <a:ext cx="1828800" cy="1143000"/>
            </a:xfrm>
            <a:prstGeom prst="parallelogram">
              <a:avLst>
                <a:gd name="adj" fmla="val 40000"/>
              </a:avLst>
            </a:prstGeom>
            <a:solidFill>
              <a:srgbClr val="729FCF"/>
            </a:solidFill>
            <a:ln w="38160">
              <a:solidFill>
                <a:srgbClr val="729FCF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000000"/>
                </a:solidFill>
                <a:latin typeface="Montserrat"/>
              </a:endParaRPr>
            </a:p>
          </p:txBody>
        </p:sp>
        <p:sp>
          <p:nvSpPr>
            <p:cNvPr id="517" name="Shape 517"/>
            <p:cNvSpPr/>
            <p:nvPr/>
          </p:nvSpPr>
          <p:spPr bwMode="auto">
            <a:xfrm>
              <a:off x="2286000" y="4800600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4B1F6F"/>
            </a:solidFill>
            <a:ln w="38160">
              <a:solidFill>
                <a:srgbClr val="4B1F6F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18" name="Shape 518"/>
            <p:cNvSpPr/>
            <p:nvPr/>
          </p:nvSpPr>
          <p:spPr bwMode="auto">
            <a:xfrm>
              <a:off x="1371600" y="2057400"/>
              <a:ext cx="1371600" cy="1371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579D1C"/>
            </a:solidFill>
            <a:ln w="38160">
              <a:solidFill>
                <a:srgbClr val="579D1C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19" name="Shape 519"/>
            <p:cNvSpPr/>
            <p:nvPr/>
          </p:nvSpPr>
          <p:spPr bwMode="auto">
            <a:xfrm rot="2836200">
              <a:off x="5717520" y="1247759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20" name="Shape 520"/>
            <p:cNvSpPr/>
            <p:nvPr/>
          </p:nvSpPr>
          <p:spPr bwMode="auto">
            <a:xfrm rot="5999398">
              <a:off x="6462360" y="3697560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21" name="Shape 521"/>
            <p:cNvSpPr/>
            <p:nvPr/>
          </p:nvSpPr>
          <p:spPr bwMode="auto">
            <a:xfrm rot="10758600">
              <a:off x="4361400" y="4888800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22" name="Shape 522"/>
            <p:cNvSpPr/>
            <p:nvPr/>
          </p:nvSpPr>
          <p:spPr bwMode="auto">
            <a:xfrm rot="15752400">
              <a:off x="1825560" y="3715200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  <p:sp>
          <p:nvSpPr>
            <p:cNvPr id="523" name="Shape 523"/>
            <p:cNvSpPr/>
            <p:nvPr/>
          </p:nvSpPr>
          <p:spPr bwMode="auto">
            <a:xfrm rot="19283400">
              <a:off x="2532600" y="1257480"/>
              <a:ext cx="685800" cy="914400"/>
            </a:xfrm>
            <a:prstGeom prst="rightArrow">
              <a:avLst>
                <a:gd name="adj1" fmla="val 42936"/>
                <a:gd name="adj2" fmla="val 58342"/>
              </a:avLst>
            </a:prstGeom>
            <a:solidFill>
              <a:srgbClr val="127A02"/>
            </a:solidFill>
            <a:ln w="38160">
              <a:solidFill>
                <a:srgbClr val="127A02"/>
              </a:solidFill>
              <a:round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defRPr/>
              </a:pPr>
              <a:endParaRPr lang="en-US" sz="1800" b="0" u="none" strike="noStrike">
                <a:solidFill>
                  <a:srgbClr val="FFFFFF"/>
                </a:solidFill>
                <a:latin typeface="Montserrat"/>
              </a:endParaRPr>
            </a:p>
          </p:txBody>
        </p:sp>
      </p:grpSp>
      <p:sp>
        <p:nvSpPr>
          <p:cNvPr id="393336966" name="Title 11"/>
          <p:cNvSpPr txBox="1"/>
          <p:nvPr/>
        </p:nvSpPr>
        <p:spPr bwMode="auto">
          <a:xfrm>
            <a:off x="10058400" y="5030271"/>
            <a:ext cx="1600200" cy="694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en-US" sz="2100" b="0" u="none" strike="noStrike">
                <a:solidFill>
                  <a:schemeClr val="dk1"/>
                </a:solidFill>
                <a:latin typeface="Montserrat"/>
              </a:rPr>
              <a:t>...</a:t>
            </a:r>
            <a:endParaRPr lang="en-US" sz="2100" b="0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97323" name="Title 11"/>
          <p:cNvSpPr txBox="1"/>
          <p:nvPr/>
        </p:nvSpPr>
        <p:spPr bwMode="auto">
          <a:xfrm>
            <a:off x="762000" y="4038600"/>
            <a:ext cx="2027917" cy="144922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note: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  <a:p>
            <a:pPr algn="l" defTabSz="914400">
              <a:lnSpc>
                <a:spcPct val="120000"/>
              </a:lnSpc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mengenalkan langsung ke pola tidak langsung membuat paham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040643071" name="Content Placeholder 6"/>
          <p:cNvGraphicFramePr>
            <a:graphicFrameLocks xmlns:a="http://schemas.openxmlformats.org/drawingml/2006/main" noGrp="1"/>
          </p:cNvGraphicFramePr>
          <p:nvPr/>
        </p:nvGraphicFramePr>
        <p:xfrm rot="0">
          <a:off x="365760" y="152400"/>
          <a:ext cx="11459520" cy="633984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1440000"/>
                <a:gridCol w="4320000"/>
                <a:gridCol w="5699520"/>
              </a:tblGrid>
              <a:tr h="731417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Tahap</a:t>
                      </a:r>
                      <a:endParaRPr lang="en-US" sz="1600" b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SD</a:t>
                      </a:r>
                      <a:endParaRPr lang="en-US" sz="1600" b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SMK</a:t>
                      </a:r>
                      <a:endParaRPr lang="en-US" sz="1600" b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74031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Tujuan</a:t>
                      </a:r>
                      <a:endParaRPr sz="1600" b="1" i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Lingkungan Hijau untuk Perkotaan</a:t>
                      </a:r>
                      <a:endParaRPr sz="1600" b="1" i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Pemograman AI</a:t>
                      </a:r>
                      <a:endParaRPr sz="1600" b="1" i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615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Sandbox 1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Terrarium / Akuarium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Game Puzzle </a:t>
                      </a:r>
                      <a:b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</a:b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Pemrograman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57615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OOTB 1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Kebun / Taman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How Computer Works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93405569" name="Picture 3" descr="pexels-cottonbro-4507722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43232" y="1798092"/>
            <a:ext cx="1446218" cy="2192187"/>
          </a:xfrm>
          <a:prstGeom prst="rect">
            <a:avLst/>
          </a:prstGeom>
        </p:spPr>
      </p:pic>
      <p:pic>
        <p:nvPicPr>
          <p:cNvPr id="133608915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665341" y="1677165"/>
            <a:ext cx="2982791" cy="2237093"/>
          </a:xfrm>
          <a:prstGeom prst="rect">
            <a:avLst/>
          </a:prstGeom>
        </p:spPr>
      </p:pic>
      <p:pic>
        <p:nvPicPr>
          <p:cNvPr id="78366141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143232" y="4293358"/>
            <a:ext cx="1446217" cy="2169326"/>
          </a:xfrm>
          <a:prstGeom prst="rect">
            <a:avLst/>
          </a:prstGeom>
        </p:spPr>
      </p:pic>
      <p:pic>
        <p:nvPicPr>
          <p:cNvPr id="119904326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665341" y="4474157"/>
            <a:ext cx="2982791" cy="1988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32331229" name="Content Placeholder 6"/>
          <p:cNvGraphicFramePr>
            <a:graphicFrameLocks xmlns:a="http://schemas.openxmlformats.org/drawingml/2006/main"/>
          </p:cNvGraphicFramePr>
          <p:nvPr/>
        </p:nvGraphicFramePr>
        <p:xfrm rot="0">
          <a:off x="365760" y="152399"/>
          <a:ext cx="11459520" cy="6339839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1440000"/>
                <a:gridCol w="4320000"/>
                <a:gridCol w="5699520"/>
              </a:tblGrid>
              <a:tr h="1194209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Tahap</a:t>
                      </a:r>
                      <a:endParaRPr lang="en-US" sz="1600" b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SANDBOX</a:t>
                      </a:r>
                      <a:endParaRPr lang="en-US" sz="1600" b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OUT OF THE BOX</a:t>
                      </a:r>
                      <a:endParaRPr lang="en-US" sz="1600" b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00512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Sifat</a:t>
                      </a:r>
                      <a:endParaRPr sz="1600" b="1" i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Bebas tapi terbatas</a:t>
                      </a:r>
                      <a:endParaRPr sz="1600" b="1" i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1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Tidak terbatas tapi global</a:t>
                      </a:r>
                      <a:endParaRPr sz="1600" b="1" i="1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206163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Bahan / Alat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261850" indent="-261850" defTabSz="914400">
                        <a:lnSpc>
                          <a:spcPct val="100000"/>
                        </a:lnSpc>
                        <a:buFont typeface="Montserrat"/>
                        <a:buChar char="•"/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Panduan Guru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marL="261850" indent="-261850" defTabSz="914400">
                        <a:lnSpc>
                          <a:spcPct val="100000"/>
                        </a:lnSpc>
                        <a:buFont typeface="Montserrat"/>
                        <a:buChar char="•"/>
                        <a:defRPr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latin typeface="Montserrat"/>
                        </a:rPr>
                        <a:t>Sandbox</a:t>
                      </a: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marL="261850" indent="-261850" defTabSz="914400">
                        <a:lnSpc>
                          <a:spcPct val="100000"/>
                        </a:lnSpc>
                        <a:buFont typeface="Montserrat"/>
                        <a:buChar char="•"/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261849" indent="-261849" defTabSz="914400">
                        <a:lnSpc>
                          <a:spcPct val="100000"/>
                        </a:lnSpc>
                        <a:buFont typeface="Montserrat"/>
                        <a:buChar char="•"/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Lembar Kerja</a:t>
                      </a: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marL="261849" indent="-261849" defTabSz="914400">
                        <a:lnSpc>
                          <a:spcPct val="100000"/>
                        </a:lnSpc>
                        <a:buFont typeface="Montserrat"/>
                        <a:buChar char="•"/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</a:rPr>
                        <a:t>Akses Lingkungan / Informasi</a:t>
                      </a:r>
                      <a:endParaRPr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endParaRPr lang="en-US" sz="1600" b="0" u="none" strike="noStrike">
                        <a:solidFill>
                          <a:schemeClr val="dk1"/>
                        </a:solidFill>
                        <a:latin typeface="Montserrat"/>
                      </a:endParaRPr>
                    </a:p>
                  </a:txBody>
                  <a:tcPr marL="228600" marR="228600" marT="45720" marB="45720" anchor="t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33558196" name=""/>
          <p:cNvPicPr>
            <a:picLocks noChangeAspect="1"/>
          </p:cNvPicPr>
          <p:nvPr/>
        </p:nvPicPr>
        <p:blipFill rotWithShape="1">
          <a:blip r:embed="rId3"/>
          <a:srcRect l="14239" t="20517" r="16471" b="10194"/>
          <a:stretch/>
        </p:blipFill>
        <p:spPr bwMode="auto">
          <a:xfrm flipH="0" flipV="0">
            <a:off x="1976081" y="2809141"/>
            <a:ext cx="2418246" cy="1612163"/>
          </a:xfrm>
          <a:prstGeom prst="rect">
            <a:avLst/>
          </a:prstGeom>
        </p:spPr>
      </p:pic>
      <p:pic>
        <p:nvPicPr>
          <p:cNvPr id="132221034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40055" y="4999617"/>
            <a:ext cx="2290298" cy="1526994"/>
          </a:xfrm>
          <a:prstGeom prst="rect">
            <a:avLst/>
          </a:prstGeom>
        </p:spPr>
      </p:pic>
      <p:pic>
        <p:nvPicPr>
          <p:cNvPr id="40513921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436495" y="2809799"/>
            <a:ext cx="2151676" cy="1611506"/>
          </a:xfrm>
          <a:prstGeom prst="rect">
            <a:avLst/>
          </a:prstGeom>
        </p:spPr>
      </p:pic>
      <p:pic>
        <p:nvPicPr>
          <p:cNvPr id="57670424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436495" y="4999910"/>
            <a:ext cx="2289853" cy="152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916504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65760" y="5591174"/>
            <a:ext cx="11429640" cy="1092584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Autofit/>
          </a:bodyPr>
          <a:lstStyle/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600" b="0" u="none" strike="noStrike" cap="all" spc="-150">
                <a:solidFill>
                  <a:schemeClr val="dk1"/>
                </a:solidFill>
                <a:latin typeface="Montserrat"/>
              </a:rPr>
              <a:t>Observasi dan dokumentasi Progress murid</a:t>
            </a:r>
            <a:endParaRPr lang="en-US" sz="36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grpSp>
        <p:nvGrpSpPr>
          <p:cNvPr id="1113912426" name=""/>
          <p:cNvGrpSpPr/>
          <p:nvPr/>
        </p:nvGrpSpPr>
        <p:grpSpPr bwMode="auto">
          <a:xfrm>
            <a:off x="219074" y="171450"/>
            <a:ext cx="11907224" cy="4962524"/>
            <a:chOff x="0" y="0"/>
            <a:chExt cx="11907224" cy="4962524"/>
          </a:xfrm>
        </p:grpSpPr>
        <p:pic>
          <p:nvPicPr>
            <p:cNvPr id="124230379" name=""/>
            <p:cNvPicPr>
              <a:picLocks noChangeAspect="1"/>
            </p:cNvPicPr>
            <p:nvPr/>
          </p:nvPicPr>
          <p:blipFill rotWithShape="1">
            <a:blip r:embed="rId3"/>
            <a:srcRect l="2033" t="0" r="581" b="0"/>
            <a:stretch/>
          </p:blipFill>
          <p:spPr bwMode="auto">
            <a:xfrm flipH="0" flipV="0">
              <a:off x="0" y="0"/>
              <a:ext cx="6381749" cy="3162299"/>
            </a:xfrm>
            <a:prstGeom prst="rect">
              <a:avLst/>
            </a:prstGeom>
          </p:spPr>
        </p:pic>
        <p:pic>
          <p:nvPicPr>
            <p:cNvPr id="1265266413" name=""/>
            <p:cNvPicPr>
              <a:picLocks noChangeAspect="1"/>
            </p:cNvPicPr>
            <p:nvPr/>
          </p:nvPicPr>
          <p:blipFill rotWithShape="1">
            <a:blip r:embed="rId4"/>
            <a:srcRect l="0" t="49143" r="0" b="0"/>
            <a:stretch/>
          </p:blipFill>
          <p:spPr bwMode="auto">
            <a:xfrm flipH="0" flipV="0">
              <a:off x="6296024" y="1460759"/>
              <a:ext cx="5611199" cy="2487352"/>
            </a:xfrm>
            <a:prstGeom prst="rect">
              <a:avLst/>
            </a:prstGeom>
          </p:spPr>
        </p:pic>
        <p:pic>
          <p:nvPicPr>
            <p:cNvPr id="1509608108" name=""/>
            <p:cNvPicPr>
              <a:picLocks noChangeAspect="1"/>
            </p:cNvPicPr>
            <p:nvPr/>
          </p:nvPicPr>
          <p:blipFill rotWithShape="1">
            <a:blip r:embed="rId4"/>
            <a:srcRect l="0" t="12671" r="0" b="50856"/>
            <a:stretch/>
          </p:blipFill>
          <p:spPr bwMode="auto">
            <a:xfrm flipH="0" flipV="0">
              <a:off x="0" y="2933699"/>
              <a:ext cx="6381749" cy="202882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519765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534750" y="365760"/>
            <a:ext cx="8306370" cy="1767839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/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SAATNYA berbelok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35281387" name=""/>
          <p:cNvPicPr>
            <a:picLocks noChangeAspect="1"/>
          </p:cNvPicPr>
          <p:nvPr/>
        </p:nvPicPr>
        <p:blipFill rotWithShape="1">
          <a:blip r:embed="rId3"/>
          <a:srcRect l="27292" t="0" r="45352" b="0"/>
          <a:stretch/>
        </p:blipFill>
        <p:spPr bwMode="auto">
          <a:xfrm flipH="0" flipV="0">
            <a:off x="-160949" y="0"/>
            <a:ext cx="3334949" cy="6858000"/>
          </a:xfrm>
          <a:prstGeom prst="rect">
            <a:avLst/>
          </a:prstGeom>
        </p:spPr>
      </p:pic>
      <p:sp>
        <p:nvSpPr>
          <p:cNvPr id="2140455946" name=""/>
          <p:cNvSpPr/>
          <p:nvPr/>
        </p:nvSpPr>
        <p:spPr bwMode="auto">
          <a:xfrm rot="18900000" flipH="0" flipV="0">
            <a:off x="6560041" y="2508853"/>
            <a:ext cx="2255786" cy="2255786"/>
          </a:xfrm>
          <a:prstGeom prst="noSmoking">
            <a:avLst>
              <a:gd name="adj" fmla="val 13453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7897924" name="Title 12"/>
          <p:cNvSpPr txBox="1"/>
          <p:nvPr/>
        </p:nvSpPr>
        <p:spPr bwMode="auto">
          <a:xfrm flipH="0" flipV="0">
            <a:off x="6869752" y="1807145"/>
            <a:ext cx="1533805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en-US" sz="2100" b="1" i="1" u="none" strike="noStrike">
                <a:solidFill>
                  <a:schemeClr val="dk1"/>
                </a:solidFill>
                <a:latin typeface="Montserrat"/>
              </a:rPr>
              <a:t>Lancar</a:t>
            </a:r>
            <a:endParaRPr sz="2100" b="1" i="1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83856473" name="Title 12"/>
          <p:cNvSpPr txBox="1"/>
          <p:nvPr/>
        </p:nvSpPr>
        <p:spPr bwMode="auto">
          <a:xfrm flipH="0" flipV="0">
            <a:off x="4077674" y="3429000"/>
            <a:ext cx="2268482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en-US" sz="2100" b="1" i="1" u="none" strike="noStrike">
                <a:solidFill>
                  <a:schemeClr val="dk1"/>
                </a:solidFill>
                <a:latin typeface="Montserrat"/>
              </a:rPr>
              <a:t>Personalisasi</a:t>
            </a:r>
            <a:endParaRPr sz="2100" b="1" i="1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720066477" name="Title 12"/>
          <p:cNvSpPr txBox="1"/>
          <p:nvPr/>
        </p:nvSpPr>
        <p:spPr bwMode="auto">
          <a:xfrm flipH="0" flipV="0">
            <a:off x="6921031" y="5024081"/>
            <a:ext cx="1533805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r>
              <a:rPr lang="en-US" sz="2100" b="1" i="1" u="none" strike="noStrike">
                <a:solidFill>
                  <a:schemeClr val="dk1"/>
                </a:solidFill>
                <a:latin typeface="Montserrat"/>
              </a:rPr>
              <a:t>Semua Kurang</a:t>
            </a:r>
            <a:endParaRPr sz="2100" b="1" i="1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542741470" name="Title 12"/>
          <p:cNvSpPr txBox="1"/>
          <p:nvPr/>
        </p:nvSpPr>
        <p:spPr bwMode="auto">
          <a:xfrm flipH="0" flipV="0">
            <a:off x="9283016" y="3429000"/>
            <a:ext cx="2268482" cy="415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en-US" sz="2100" b="1" i="1" u="none" strike="noStrike">
                <a:solidFill>
                  <a:schemeClr val="dk1"/>
                </a:solidFill>
                <a:latin typeface="Montserrat"/>
              </a:rPr>
              <a:t>Kondisi Berubah</a:t>
            </a:r>
            <a:endParaRPr sz="2100" b="1" i="1" u="none" strike="noStrike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600547238" name="Title 11"/>
          <p:cNvSpPr txBox="1"/>
          <p:nvPr/>
        </p:nvSpPr>
        <p:spPr bwMode="auto">
          <a:xfrm>
            <a:off x="3534750" y="5279541"/>
            <a:ext cx="2027916" cy="144922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note: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  <a:p>
            <a:pPr algn="l" defTabSz="914400">
              <a:lnSpc>
                <a:spcPct val="120000"/>
              </a:lnSpc>
              <a:defRPr/>
            </a:pPr>
            <a:r>
              <a:rPr lang="en-US" sz="1200" b="0" u="none" strike="noStrike">
                <a:solidFill>
                  <a:schemeClr val="dk1"/>
                </a:solidFill>
                <a:latin typeface="Montserrat"/>
              </a:rPr>
              <a:t>Rencana bukan patokan mutlak, setiap anak, setiap generasi, setiap waktu bisa terus berubah, cari jalan tengah terbaik</a:t>
            </a:r>
            <a:endParaRPr lang="en-US" sz="1200" b="0" u="none" strike="noStrike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48204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65759" y="832484"/>
            <a:ext cx="5120279" cy="228218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6000" b="0" u="none" strike="noStrike" cap="all" spc="-150">
                <a:solidFill>
                  <a:schemeClr val="dk1"/>
                </a:solidFill>
                <a:latin typeface="Montserrat"/>
              </a:rPr>
              <a:t>Takeway</a:t>
            </a:r>
            <a:endParaRPr lang="en-US" sz="6000" b="0" u="none" strike="noStrike" cap="all" spc="-150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263394909" name="PlaceHolder 2"/>
          <p:cNvSpPr>
            <a:spLocks noGrp="1"/>
          </p:cNvSpPr>
          <p:nvPr>
            <p:ph/>
          </p:nvPr>
        </p:nvSpPr>
        <p:spPr bwMode="auto">
          <a:xfrm flipH="0" flipV="0">
            <a:off x="222884" y="3057525"/>
            <a:ext cx="5120279" cy="334291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Montserrat"/>
              </a:rPr>
              <a:t>Mengembalikan firasat dalam pendidikan</a:t>
            </a: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1600" b="0" u="none" strike="noStrike"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251682196" name=""/>
          <p:cNvPicPr>
            <a:picLocks noChangeAspect="1"/>
          </p:cNvPicPr>
          <p:nvPr/>
        </p:nvPicPr>
        <p:blipFill rotWithShape="1">
          <a:blip r:embed="rId3"/>
          <a:srcRect l="34453" t="0" r="0" b="0"/>
          <a:stretch/>
        </p:blipFill>
        <p:spPr bwMode="auto">
          <a:xfrm flipH="0" flipV="0">
            <a:off x="5430224" y="0"/>
            <a:ext cx="674272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776160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65760" y="359532"/>
            <a:ext cx="11429640" cy="1092583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Autofit/>
          </a:bodyPr>
          <a:lstStyle/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3600" b="0" u="none" strike="noStrike" cap="all" spc="-149">
                <a:solidFill>
                  <a:schemeClr val="dk1"/>
                </a:solidFill>
                <a:latin typeface="Montserrat"/>
              </a:rPr>
              <a:t>IMPLEMentasi Insan Taqwa</a:t>
            </a:r>
            <a:endParaRPr lang="en-US" sz="3600" b="0" u="none" strike="noStrike" cap="all" spc="-14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322324772" name="PlaceHolder 1"/>
          <p:cNvSpPr>
            <a:spLocks noGrp="1"/>
          </p:cNvSpPr>
          <p:nvPr/>
        </p:nvSpPr>
        <p:spPr bwMode="auto">
          <a:xfrm flipH="0" flipV="0">
            <a:off x="365758" y="1592238"/>
            <a:ext cx="2024054" cy="90985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>
            <a:lvl1pPr indent="0" algn="l" defTabSz="914400">
              <a:lnSpc>
                <a:spcPct val="85000"/>
              </a:lnSpc>
              <a:spcBef>
                <a:spcPts val="0"/>
              </a:spcBef>
              <a:buNone/>
              <a:defRPr lang="en-US" sz="7000" b="0" u="none" strike="noStrike" cap="all" spc="-149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2800" b="0" u="none" strike="noStrike" cap="all" spc="-149">
                <a:solidFill>
                  <a:schemeClr val="dk1"/>
                </a:solidFill>
                <a:latin typeface="Montserrat"/>
              </a:rPr>
              <a:t>Luar</a:t>
            </a:r>
            <a:endParaRPr lang="en-US" sz="2800" b="0" u="none" strike="noStrike" cap="all" spc="-14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800385257" name="PlaceHolder 1"/>
          <p:cNvSpPr>
            <a:spLocks noGrp="1"/>
          </p:cNvSpPr>
          <p:nvPr/>
        </p:nvSpPr>
        <p:spPr bwMode="auto">
          <a:xfrm flipH="0" flipV="0">
            <a:off x="9844129" y="1592238"/>
            <a:ext cx="2024053" cy="909849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Autofit/>
          </a:bodyPr>
          <a:lstStyle>
            <a:lvl1pPr indent="0" algn="l" defTabSz="914400">
              <a:lnSpc>
                <a:spcPct val="85000"/>
              </a:lnSpc>
              <a:spcBef>
                <a:spcPts val="0"/>
              </a:spcBef>
              <a:buNone/>
              <a:defRPr lang="en-US" sz="7000" b="0" u="none" strike="noStrike" cap="all" spc="-149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indent="0" algn="r" defTabSz="914400">
              <a:lnSpc>
                <a:spcPct val="85000"/>
              </a:lnSpc>
              <a:buNone/>
              <a:defRPr/>
            </a:pPr>
            <a:r>
              <a:rPr lang="en-US" sz="2800" b="0" u="none" strike="noStrike" cap="all" spc="-149">
                <a:solidFill>
                  <a:schemeClr val="dk1"/>
                </a:solidFill>
                <a:latin typeface="Montserrat"/>
              </a:rPr>
              <a:t>Dalam</a:t>
            </a:r>
            <a:endParaRPr lang="en-US" sz="2800" b="0" u="none" strike="noStrike" cap="all" spc="-149">
              <a:solidFill>
                <a:schemeClr val="dk1"/>
              </a:solidFill>
              <a:latin typeface="Montserrat"/>
            </a:endParaRPr>
          </a:p>
        </p:txBody>
      </p:sp>
      <p:sp>
        <p:nvSpPr>
          <p:cNvPr id="1277674270" name="Shape 329"/>
          <p:cNvSpPr/>
          <p:nvPr/>
        </p:nvSpPr>
        <p:spPr bwMode="auto">
          <a:xfrm flipH="0" flipV="0">
            <a:off x="6626305" y="2286000"/>
            <a:ext cx="5032293" cy="457200"/>
          </a:xfrm>
          <a:prstGeom prst="roundRect">
            <a:avLst>
              <a:gd name="adj" fmla="val 1666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BAHASA HATI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22991777" name="Shape 329"/>
          <p:cNvSpPr/>
          <p:nvPr/>
        </p:nvSpPr>
        <p:spPr bwMode="auto">
          <a:xfrm flipH="0" flipV="0">
            <a:off x="6626305" y="2971800"/>
            <a:ext cx="2416790" cy="4572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Montserrat"/>
              </a:rPr>
              <a:t>KEMUDAHAN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130500622" name="Shape 329"/>
          <p:cNvSpPr/>
          <p:nvPr/>
        </p:nvSpPr>
        <p:spPr bwMode="auto">
          <a:xfrm flipH="0" flipV="0">
            <a:off x="9241808" y="2971800"/>
            <a:ext cx="2416790" cy="4572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Montserrat"/>
              </a:rPr>
              <a:t>JABATAN</a:t>
            </a:r>
            <a:endParaRPr sz="1800" b="1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039782333" name="Shape 329"/>
          <p:cNvSpPr/>
          <p:nvPr/>
        </p:nvSpPr>
        <p:spPr bwMode="auto">
          <a:xfrm flipH="0" flipV="0">
            <a:off x="6626305" y="4247079"/>
            <a:ext cx="5032293" cy="457200"/>
          </a:xfrm>
          <a:prstGeom prst="roundRect">
            <a:avLst>
              <a:gd name="adj" fmla="val 1666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WAKE UP CALL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706212308" name="Shape 329"/>
          <p:cNvSpPr/>
          <p:nvPr/>
        </p:nvSpPr>
        <p:spPr bwMode="auto">
          <a:xfrm flipH="0" flipV="0">
            <a:off x="6626305" y="4932879"/>
            <a:ext cx="5032294" cy="4572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Montserrat"/>
              </a:rPr>
              <a:t>APRESASI TERARAH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384761787" name="Shape 329"/>
          <p:cNvSpPr/>
          <p:nvPr/>
        </p:nvSpPr>
        <p:spPr bwMode="auto">
          <a:xfrm flipH="0" flipV="0">
            <a:off x="6626305" y="5649930"/>
            <a:ext cx="5032294" cy="4572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Montserrat"/>
              </a:rPr>
              <a:t>PELATIHAN</a:t>
            </a:r>
            <a:endParaRPr sz="1800" b="1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055053225" name="Shape 329"/>
          <p:cNvSpPr/>
          <p:nvPr/>
        </p:nvSpPr>
        <p:spPr bwMode="auto">
          <a:xfrm flipH="0" flipV="0">
            <a:off x="432272" y="2285999"/>
            <a:ext cx="3453738" cy="457200"/>
          </a:xfrm>
          <a:prstGeom prst="roundRect">
            <a:avLst>
              <a:gd name="adj" fmla="val 16667"/>
            </a:avLst>
          </a:prstGeom>
          <a:solidFill>
            <a:srgbClr val="579D1C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0" u="none" strike="noStrike">
                <a:solidFill>
                  <a:srgbClr val="FFFFFF"/>
                </a:solidFill>
                <a:latin typeface="Montserrat"/>
              </a:rPr>
              <a:t>PARENTING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20910486" name="Shape 329"/>
          <p:cNvSpPr/>
          <p:nvPr/>
        </p:nvSpPr>
        <p:spPr bwMode="auto">
          <a:xfrm flipH="0" flipV="0">
            <a:off x="432272" y="2971800"/>
            <a:ext cx="3453738" cy="4572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38160">
            <a:solidFill>
              <a:srgbClr val="579D1C"/>
            </a:solidFill>
            <a:round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Montserrat"/>
              </a:rPr>
              <a:t>KONTRIBUSI PKN</a:t>
            </a:r>
            <a:endParaRPr lang="en-US" sz="1800" b="0" u="none" strike="noStrike">
              <a:solidFill>
                <a:srgbClr val="FFFFFF"/>
              </a:solidFill>
              <a:latin typeface="Montserrat"/>
            </a:endParaRPr>
          </a:p>
        </p:txBody>
      </p:sp>
      <p:cxnSp>
        <p:nvCxnSpPr>
          <p:cNvPr id="1026925906" name=""/>
          <p:cNvCxnSpPr/>
          <p:nvPr/>
        </p:nvCxnSpPr>
        <p:spPr bwMode="auto">
          <a:xfrm flipH="1" flipV="0">
            <a:off x="5309409" y="1648145"/>
            <a:ext cx="0" cy="4773202"/>
          </a:xfrm>
          <a:prstGeom prst="line">
            <a:avLst/>
          </a:prstGeom>
          <a:ln w="38100" cap="flat" cmpd="sng">
            <a:solidFill>
              <a:schemeClr val="tx1">
                <a:lumMod val="65098"/>
                <a:lumOff val="34902"/>
              </a:schemeClr>
            </a:solidFill>
            <a:prstDash val="sysDot"/>
            <a:miter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07785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65759" y="832484"/>
            <a:ext cx="5120279" cy="261461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 defTabSz="914400">
              <a:lnSpc>
                <a:spcPct val="85000"/>
              </a:lnSpc>
              <a:buNone/>
              <a:defRPr/>
            </a:pPr>
            <a:r>
              <a:rPr lang="en-US" sz="2800" b="1" i="1" u="none" strike="noStrike" cap="all" spc="-149">
                <a:solidFill>
                  <a:schemeClr val="dk1"/>
                </a:solidFill>
                <a:latin typeface="Montserrat"/>
              </a:rPr>
              <a:t>Alhamdulillah</a:t>
            </a:r>
            <a:endParaRPr sz="2800" b="1" i="1" u="none" strike="noStrike" cap="all" spc="-149"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16762508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745479" y="365760"/>
            <a:ext cx="4601463" cy="6162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odular maximalism">
  <a:themeElements>
    <a:clrScheme name="Modular maximalis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CC6E8"/>
      </a:accent1>
      <a:accent2>
        <a:srgbClr val="FE9F69"/>
      </a:accent2>
      <a:accent3>
        <a:srgbClr val="BDDBE1"/>
      </a:accent3>
      <a:accent4>
        <a:srgbClr val="E7D7EA"/>
      </a:accent4>
      <a:accent5>
        <a:srgbClr val="FD6456"/>
      </a:accent5>
      <a:accent6>
        <a:srgbClr val="B2BE32"/>
      </a:accent6>
      <a:hlink>
        <a:srgbClr val="467886"/>
      </a:hlink>
      <a:folHlink>
        <a:srgbClr val="96607D"/>
      </a:folHlink>
    </a:clrScheme>
    <a:fontScheme name="Neue Haas">
      <a:majorFont>
        <a:latin typeface="Montserrat"/>
        <a:ea typeface="Montserrat"/>
        <a:cs typeface="Montserrat"/>
      </a:majorFont>
      <a:minorFont>
        <a:latin typeface="Montserrat"/>
        <a:ea typeface="Montserrat"/>
        <a:cs typeface="Montserrat"/>
      </a:minorFont>
    </a:fontScheme>
    <a:fmtScheme name="Modular maximalism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Modular maximalism">
  <a:themeElements>
    <a:clrScheme name="Modular maximalis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CC6E8"/>
      </a:accent1>
      <a:accent2>
        <a:srgbClr val="FE9F69"/>
      </a:accent2>
      <a:accent3>
        <a:srgbClr val="BDDBE1"/>
      </a:accent3>
      <a:accent4>
        <a:srgbClr val="E7D7EA"/>
      </a:accent4>
      <a:accent5>
        <a:srgbClr val="FD6456"/>
      </a:accent5>
      <a:accent6>
        <a:srgbClr val="B2BE32"/>
      </a:accent6>
      <a:hlink>
        <a:srgbClr val="467886"/>
      </a:hlink>
      <a:folHlink>
        <a:srgbClr val="96607D"/>
      </a:folHlink>
    </a:clrScheme>
    <a:fontScheme name="">
      <a:majorFont>
        <a:latin typeface="Montserrat"/>
        <a:ea typeface="Montserrat"/>
        <a:cs typeface="Montserrat"/>
      </a:majorFont>
      <a:minorFont>
        <a:latin typeface="Montserrat"/>
        <a:ea typeface="Montserrat"/>
        <a:cs typeface="Montserrat"/>
      </a:minorFont>
    </a:fontScheme>
    <a:fmtScheme name="Modular maximalism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Sandbox and out of the box</dc:title>
  <dc:creator>Harridi Ilman Tovid</dc:creator>
  <cp:lastModifiedBy/>
  <cp:revision>10</cp:revision>
  <dcterms:created xsi:type="dcterms:W3CDTF">2026-10-17T05:39:16Z</dcterms:created>
  <dcterms:modified xsi:type="dcterms:W3CDTF">2026-10-17T11:15:32Z</dcterms:modified>
</cp:coreProperties>
</file>