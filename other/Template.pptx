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3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8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2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23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8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57.xml" ContentType="application/vnd.openxmlformats-officedocument.presentationml.slideLayout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slideLayouts/slideLayout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1.xml" ContentType="application/vnd.openxmlformats-officedocument.presentationml.slideLayout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viewProps.xml" ContentType="application/vnd.openxmlformats-officedocument.presentationml.viewProps+xml"/>
  <Override PartName="/ppt/slideLayouts/slideLayout34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4.xml" ContentType="application/vnd.openxmlformats-officedocument.presentationml.slideLayout+xml"/>
  <Override PartName="/ppt/notesSlides/notesSlide15.xml" ContentType="application/vnd.openxmlformats-officedocument.presentationml.notesSlide+xml"/>
  <Override PartName="/ppt/slides/slide13.xml" ContentType="application/vnd.openxmlformats-officedocument.presentationml.slid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53.xml" ContentType="application/vnd.openxmlformats-officedocument.presentationml.slideLayout+xml"/>
  <Override PartName="/ppt/notesSlides/notesSlide5.xml" ContentType="application/vnd.openxmlformats-officedocument.presentationml.notesSlide+xml"/>
  <Override PartName="/ppt/notesSlides/notesSlide10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9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4.xml" ContentType="application/vnd.openxmlformats-officedocument.presentationml.slide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46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47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48.xml" ContentType="application/vnd.openxmlformats-officedocument.presentationml.slideLayout+xml"/>
  <Override PartName="/ppt/theme/theme2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notesSlides/notesSlide12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s/slide11.xml" ContentType="application/vnd.openxmlformats-officedocument.presentationml.slide+xml"/>
  <Override PartName="/ppt/slideLayouts/slideLayout42.xml" ContentType="application/vnd.openxmlformats-officedocument.presentationml.slideLayout+xml"/>
  <Override PartName="/ppt/slides/slide12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7772400" cy="10058400"/>
  <p:defaultTextStyle>
    <a:lvl1pPr marL="0" algn="l">
      <a:defRPr sz="1800">
        <a:solidFill>
          <a:schemeClr val="tx1"/>
        </a:solidFill>
        <a:latin typeface="+mn-lt"/>
      </a:defRPr>
    </a:lvl1pPr>
    <a:lvl2pPr marL="457200" algn="l">
      <a:defRPr sz="1800">
        <a:solidFill>
          <a:schemeClr val="tx1"/>
        </a:solidFill>
        <a:latin typeface="+mn-lt"/>
      </a:defRPr>
    </a:lvl2pPr>
    <a:lvl3pPr marL="914400" algn="l">
      <a:defRPr sz="1800">
        <a:solidFill>
          <a:schemeClr val="tx1"/>
        </a:solidFill>
        <a:latin typeface="+mn-lt"/>
      </a:defRPr>
    </a:lvl3pPr>
    <a:lvl4pPr marL="1371600" algn="l">
      <a:defRPr sz="1800">
        <a:solidFill>
          <a:schemeClr val="tx1"/>
        </a:solidFill>
        <a:latin typeface="+mn-lt"/>
      </a:defRPr>
    </a:lvl4pPr>
    <a:lvl5pPr marL="1828800" algn="l">
      <a:defRPr sz="1800">
        <a:solidFill>
          <a:schemeClr val="tx1"/>
        </a:solidFill>
        <a:latin typeface="+mn-lt"/>
      </a:defRPr>
    </a:lvl5pPr>
    <a:lvl6pPr marL="2286000" algn="l">
      <a:defRPr sz="1800">
        <a:solidFill>
          <a:schemeClr val="tx1"/>
        </a:solidFill>
        <a:latin typeface="+mn-lt"/>
      </a:defRPr>
    </a:lvl6pPr>
    <a:lvl7pPr marL="2743200" algn="l">
      <a:defRPr sz="1800">
        <a:solidFill>
          <a:schemeClr val="tx1"/>
        </a:solidFill>
        <a:latin typeface="+mn-lt"/>
      </a:defRPr>
    </a:lvl7pPr>
    <a:lvl8pPr marL="3200400" algn="l">
      <a:defRPr sz="1800">
        <a:solidFill>
          <a:schemeClr val="tx1"/>
        </a:solidFill>
        <a:latin typeface="+mn-lt"/>
      </a:defRPr>
    </a:lvl8pPr>
    <a:lvl9pPr marL="3657600" algn="l">
      <a:defRPr sz="18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2D5ABB26-0587-4C30-8999-92F81FD0307C}">
  <a:tblStyle styleId="{2D5ABB26-0587-4C30-8999-92F81FD0307C}" styleName="No Style, No Grid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noFill/>
            </a:ln>
          </a:left>
          <a:right>
            <a:ln w="12700">
              <a:noFill/>
            </a:ln>
          </a:right>
          <a:top>
            <a:ln w="12700">
              <a:noFill/>
            </a:ln>
          </a:top>
          <a:bottom>
            <a:ln w="12700">
              <a:noFill/>
            </a:ln>
          </a:bottom>
          <a:insideH>
            <a:ln w="12700">
              <a:noFill/>
            </a:ln>
          </a:insideH>
          <a:insideV>
            <a:ln w="12700"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/>
          </a:solidFill>
        </a:fill>
      </a:tcStyle>
    </a:band1V>
    <a:band2V>
      <a:tcStyle>
        <a:tcBdr/>
        <a:fill>
          <a:solidFill>
            <a:schemeClr val="lt1"/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lastCol>
    <a:fir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12700">
              <a:noFill/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noFill/>
            </a:ln>
          </a:bottom>
        </a:tcBdr>
        <a:fill>
          <a:solidFill>
            <a:schemeClr val="l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1219020192" y="0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037741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05635961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64442231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49963838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21456020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185556000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6727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08600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79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29630F-29FF-379C-CF86-1109A030504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7097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30746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6403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D034390-6B57-1E47-3A2F-2F50B144DA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33962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34389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2533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8A2753-9DB3-F266-7643-6CB3353EE91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246B5D-BB23-F500-B8DD-F6D90C3E51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D5F47-7396-CC4D-A803-28D8652330B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1814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4739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65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30BFC5-33DF-89B0-F8CF-E953CE3A1E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7274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37699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7446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2FD0F-9269-E141-9402-B7ED0011B4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3666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6029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818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0487B7-DE96-E8C9-D752-7960C92B36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827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0488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623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5C52F7-163F-98DE-9D6F-EB386C6FAE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23660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6206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2489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7B156B-6B74-00E4-B293-200ACB054A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9545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5446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472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2FD064-9E73-6DE3-1BF2-1CCEA39978C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7678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878224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7006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5F1B6D-361F-583B-285F-F0B54266182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0510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12614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54805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8B74E91-6978-3545-4142-226366457E8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77532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1477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2220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25ABFB-DC2D-C9B8-CD16-90DD5A5C26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5F35AD-7828-40BE-84F1-7816C851D4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6055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70863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4924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A773F1-A45A-E83B-9D11-6462E111F9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9863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69787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9969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81FDF2-2512-FCCB-C97F-23A2F3A5686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with Pictur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18043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5218200"/>
            <a:ext cx="11460240" cy="78587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4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ection Header 2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86454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672440"/>
            <a:ext cx="11429640" cy="20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0656005" name="PlaceHolder 3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1001"/>
              </a:spcBef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457200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4pPr>
            <a:lvl5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5pPr>
            <a:lvl6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6pPr>
            <a:lvl7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7pPr>
          </a:lstStyle>
          <a:p>
            <a:pPr indent="0" algn="l" defTabSz="914400">
              <a:spcBef>
                <a:spcPts val="1001"/>
              </a:spcBef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the outline text format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lvl="1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Outline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2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Outline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3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4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Agenda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9857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8467200" cy="155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91251078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333880"/>
            <a:ext cx="8467200" cy="368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38357238" name="PlaceHolder 3"/>
          <p:cNvSpPr>
            <a:spLocks noGrp="1"/>
          </p:cNvSpPr>
          <p:nvPr>
            <p:ph type="dt" idx="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20428294" name="PlaceHolder 4"/>
          <p:cNvSpPr>
            <a:spLocks noGrp="1"/>
          </p:cNvSpPr>
          <p:nvPr>
            <p:ph type="ftr" idx="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70825777" name="PlaceHolder 5"/>
          <p:cNvSpPr>
            <a:spLocks noGrp="1"/>
          </p:cNvSpPr>
          <p:nvPr>
            <p:ph type="sldNum" idx="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7C18080-B33E-4073-8615-72D8F5AE8F7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Agenda with Picture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251369" name="PlaceHolder 1"/>
          <p:cNvSpPr>
            <a:spLocks noGrp="1"/>
          </p:cNvSpPr>
          <p:nvPr>
            <p:ph type="title"/>
          </p:nvPr>
        </p:nvSpPr>
        <p:spPr bwMode="auto">
          <a:xfrm>
            <a:off x="7132320" y="457200"/>
            <a:ext cx="4663080" cy="155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94946373" name="PlaceHolder 3"/>
          <p:cNvSpPr>
            <a:spLocks noGrp="1"/>
          </p:cNvSpPr>
          <p:nvPr>
            <p:ph type="body"/>
          </p:nvPr>
        </p:nvSpPr>
        <p:spPr bwMode="auto">
          <a:xfrm>
            <a:off x="7132320" y="2743200"/>
            <a:ext cx="4663080" cy="33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85149712" name="PlaceHolder 4"/>
          <p:cNvSpPr>
            <a:spLocks noGrp="1"/>
          </p:cNvSpPr>
          <p:nvPr>
            <p:ph type="dt" idx="4"/>
          </p:nvPr>
        </p:nvSpPr>
        <p:spPr bwMode="auto">
          <a:xfrm>
            <a:off x="7135200" y="6245280"/>
            <a:ext cx="1996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11669745" name="PlaceHolder 5"/>
          <p:cNvSpPr>
            <a:spLocks noGrp="1"/>
          </p:cNvSpPr>
          <p:nvPr>
            <p:ph type="ftr" idx="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68888687" name="PlaceHolder 6"/>
          <p:cNvSpPr>
            <a:spLocks noGrp="1"/>
          </p:cNvSpPr>
          <p:nvPr>
            <p:ph type="sldNum" idx="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5CB9569-04AF-4288-8880-64CE52ABE7A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Agenda with Pictur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2856891" name="PlaceHolder 1"/>
          <p:cNvSpPr>
            <a:spLocks noGrp="1"/>
          </p:cNvSpPr>
          <p:nvPr>
            <p:ph type="title"/>
          </p:nvPr>
        </p:nvSpPr>
        <p:spPr bwMode="auto">
          <a:xfrm>
            <a:off x="364320" y="453960"/>
            <a:ext cx="411444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50349727" name="PlaceHolder 2"/>
          <p:cNvSpPr>
            <a:spLocks noGrp="1"/>
          </p:cNvSpPr>
          <p:nvPr>
            <p:ph type="body"/>
          </p:nvPr>
        </p:nvSpPr>
        <p:spPr bwMode="auto">
          <a:xfrm>
            <a:off x="364320" y="2855160"/>
            <a:ext cx="4114440" cy="33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48248633" name="PlaceHolder 4"/>
          <p:cNvSpPr>
            <a:spLocks noGrp="1"/>
          </p:cNvSpPr>
          <p:nvPr>
            <p:ph type="dt" idx="7"/>
          </p:nvPr>
        </p:nvSpPr>
        <p:spPr bwMode="auto">
          <a:xfrm>
            <a:off x="364320" y="6245280"/>
            <a:ext cx="774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9990922" name="PlaceHolder 5"/>
          <p:cNvSpPr>
            <a:spLocks noGrp="1"/>
          </p:cNvSpPr>
          <p:nvPr>
            <p:ph type="ftr" idx="8"/>
          </p:nvPr>
        </p:nvSpPr>
        <p:spPr bwMode="auto">
          <a:xfrm>
            <a:off x="1337040" y="6249960"/>
            <a:ext cx="27658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61162865" name="PlaceHolder 6"/>
          <p:cNvSpPr>
            <a:spLocks noGrp="1"/>
          </p:cNvSpPr>
          <p:nvPr>
            <p:ph type="sldNum" idx="9"/>
          </p:nvPr>
        </p:nvSpPr>
        <p:spPr bwMode="auto">
          <a:xfrm>
            <a:off x="405324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F533E07-937E-4FED-8300-89129584345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2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921392" name="PlaceHolder 1"/>
          <p:cNvSpPr>
            <a:spLocks noGrp="1"/>
          </p:cNvSpPr>
          <p:nvPr>
            <p:ph type="title"/>
          </p:nvPr>
        </p:nvSpPr>
        <p:spPr bwMode="auto">
          <a:xfrm>
            <a:off x="1028520" y="2386080"/>
            <a:ext cx="4324680" cy="245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92623867" name="PlaceHolder 2"/>
          <p:cNvSpPr>
            <a:spLocks noGrp="1"/>
          </p:cNvSpPr>
          <p:nvPr>
            <p:ph type="body"/>
          </p:nvPr>
        </p:nvSpPr>
        <p:spPr bwMode="auto">
          <a:xfrm>
            <a:off x="6273720" y="2386440"/>
            <a:ext cx="4324680" cy="245951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5846110" name="PlaceHolder 3"/>
          <p:cNvSpPr>
            <a:spLocks noGrp="1"/>
          </p:cNvSpPr>
          <p:nvPr>
            <p:ph type="dt" idx="10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65147509" name="PlaceHolder 4"/>
          <p:cNvSpPr>
            <a:spLocks noGrp="1"/>
          </p:cNvSpPr>
          <p:nvPr>
            <p:ph type="ftr" idx="1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27376298" name="PlaceHolder 5"/>
          <p:cNvSpPr>
            <a:spLocks noGrp="1"/>
          </p:cNvSpPr>
          <p:nvPr>
            <p:ph type="sldNum" idx="1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A28B55B-FA15-48BA-860D-0231187503D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3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343150" name="PlaceHolder 1"/>
          <p:cNvSpPr>
            <a:spLocks noGrp="1"/>
          </p:cNvSpPr>
          <p:nvPr>
            <p:ph type="title"/>
          </p:nvPr>
        </p:nvSpPr>
        <p:spPr bwMode="auto">
          <a:xfrm>
            <a:off x="914400" y="2386080"/>
            <a:ext cx="5325840" cy="245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25593408" name="PlaceHolder 2"/>
          <p:cNvSpPr>
            <a:spLocks noGrp="1"/>
          </p:cNvSpPr>
          <p:nvPr>
            <p:ph type="body"/>
          </p:nvPr>
        </p:nvSpPr>
        <p:spPr bwMode="auto">
          <a:xfrm>
            <a:off x="6400800" y="2386440"/>
            <a:ext cx="4846320" cy="245951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82941477" name="PlaceHolder 3"/>
          <p:cNvSpPr>
            <a:spLocks noGrp="1"/>
          </p:cNvSpPr>
          <p:nvPr>
            <p:ph type="dt" idx="1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72538203" name="PlaceHolder 4"/>
          <p:cNvSpPr>
            <a:spLocks noGrp="1"/>
          </p:cNvSpPr>
          <p:nvPr>
            <p:ph type="ftr" idx="14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08116356" name="PlaceHolder 5"/>
          <p:cNvSpPr>
            <a:spLocks noGrp="1"/>
          </p:cNvSpPr>
          <p:nvPr>
            <p:ph type="sldNum" idx="15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0E0EBC0-ADA9-4FA7-889C-9287646BC79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4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96136" name="PlaceHolder 1"/>
          <p:cNvSpPr>
            <a:spLocks noGrp="1"/>
          </p:cNvSpPr>
          <p:nvPr>
            <p:ph type="title"/>
          </p:nvPr>
        </p:nvSpPr>
        <p:spPr bwMode="auto">
          <a:xfrm>
            <a:off x="1028520" y="2258640"/>
            <a:ext cx="3812760" cy="35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88937362" name="PlaceHolder 2"/>
          <p:cNvSpPr>
            <a:spLocks noGrp="1"/>
          </p:cNvSpPr>
          <p:nvPr>
            <p:ph type="body"/>
          </p:nvPr>
        </p:nvSpPr>
        <p:spPr bwMode="auto">
          <a:xfrm>
            <a:off x="5519880" y="2254320"/>
            <a:ext cx="4955760" cy="355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4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82529785" name="PlaceHolder 3"/>
          <p:cNvSpPr>
            <a:spLocks noGrp="1"/>
          </p:cNvSpPr>
          <p:nvPr>
            <p:ph type="dt" idx="16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72118938" name="PlaceHolder 4"/>
          <p:cNvSpPr>
            <a:spLocks noGrp="1"/>
          </p:cNvSpPr>
          <p:nvPr>
            <p:ph type="ftr" idx="1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41901948" name="PlaceHolder 5"/>
          <p:cNvSpPr>
            <a:spLocks noGrp="1"/>
          </p:cNvSpPr>
          <p:nvPr>
            <p:ph type="sldNum" idx="1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DA25AB8-FB3A-479C-8780-0B7E5F586C0F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5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2288609" name="PlaceHolder 1"/>
          <p:cNvSpPr>
            <a:spLocks noGrp="1"/>
          </p:cNvSpPr>
          <p:nvPr>
            <p:ph type="title"/>
          </p:nvPr>
        </p:nvSpPr>
        <p:spPr bwMode="auto">
          <a:xfrm>
            <a:off x="614520" y="1371600"/>
            <a:ext cx="4145400" cy="463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Master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95042883" name="PlaceHolder 2"/>
          <p:cNvSpPr>
            <a:spLocks noGrp="1"/>
          </p:cNvSpPr>
          <p:nvPr>
            <p:ph type="body"/>
          </p:nvPr>
        </p:nvSpPr>
        <p:spPr bwMode="auto">
          <a:xfrm>
            <a:off x="5519880" y="1371600"/>
            <a:ext cx="5681160" cy="4817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5393292" name="PlaceHolder 3"/>
          <p:cNvSpPr>
            <a:spLocks noGrp="1"/>
          </p:cNvSpPr>
          <p:nvPr>
            <p:ph type="dt" idx="1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19342912" name="PlaceHolder 4"/>
          <p:cNvSpPr>
            <a:spLocks noGrp="1"/>
          </p:cNvSpPr>
          <p:nvPr>
            <p:ph type="ftr" idx="2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48319203" name="PlaceHolder 5"/>
          <p:cNvSpPr>
            <a:spLocks noGrp="1"/>
          </p:cNvSpPr>
          <p:nvPr>
            <p:ph type="sldNum" idx="2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AEFC29A-6C4F-4141-86E3-1A3E2D58E3A2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6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8684572" name="PlaceHolder 1"/>
          <p:cNvSpPr>
            <a:spLocks noGrp="1"/>
          </p:cNvSpPr>
          <p:nvPr>
            <p:ph type="title"/>
          </p:nvPr>
        </p:nvSpPr>
        <p:spPr bwMode="auto">
          <a:xfrm>
            <a:off x="614520" y="731520"/>
            <a:ext cx="4141800" cy="494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02507700" name="PlaceHolder 2"/>
          <p:cNvSpPr>
            <a:spLocks noGrp="1"/>
          </p:cNvSpPr>
          <p:nvPr>
            <p:ph type="body"/>
          </p:nvPr>
        </p:nvSpPr>
        <p:spPr bwMode="auto">
          <a:xfrm>
            <a:off x="5522760" y="731520"/>
            <a:ext cx="6159240" cy="539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50591848" name="PlaceHolder 3"/>
          <p:cNvSpPr>
            <a:spLocks noGrp="1"/>
          </p:cNvSpPr>
          <p:nvPr>
            <p:ph type="dt" idx="2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86226713" name="PlaceHolder 4"/>
          <p:cNvSpPr>
            <a:spLocks noGrp="1"/>
          </p:cNvSpPr>
          <p:nvPr>
            <p:ph type="ftr" idx="2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21219568" name="PlaceHolder 5"/>
          <p:cNvSpPr>
            <a:spLocks noGrp="1"/>
          </p:cNvSpPr>
          <p:nvPr>
            <p:ph type="sldNum" idx="2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E19C649-D3E0-46CB-87C1-67136E4226A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7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500824" name="PlaceHolder 1"/>
          <p:cNvSpPr>
            <a:spLocks noGrp="1"/>
          </p:cNvSpPr>
          <p:nvPr>
            <p:ph type="title"/>
          </p:nvPr>
        </p:nvSpPr>
        <p:spPr bwMode="auto">
          <a:xfrm>
            <a:off x="372600" y="365760"/>
            <a:ext cx="3493800" cy="5719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86911107" name="PlaceHolder 2"/>
          <p:cNvSpPr>
            <a:spLocks noGrp="1"/>
          </p:cNvSpPr>
          <p:nvPr>
            <p:ph type="body"/>
          </p:nvPr>
        </p:nvSpPr>
        <p:spPr bwMode="auto">
          <a:xfrm>
            <a:off x="4504320" y="365760"/>
            <a:ext cx="7314840" cy="580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20872705" name="PlaceHolder 3"/>
          <p:cNvSpPr>
            <a:spLocks noGrp="1"/>
          </p:cNvSpPr>
          <p:nvPr>
            <p:ph type="dt" idx="25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41050767" name="PlaceHolder 4"/>
          <p:cNvSpPr>
            <a:spLocks noGrp="1"/>
          </p:cNvSpPr>
          <p:nvPr>
            <p:ph type="ftr" idx="2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04260989" name="PlaceHolder 5"/>
          <p:cNvSpPr>
            <a:spLocks noGrp="1"/>
          </p:cNvSpPr>
          <p:nvPr>
            <p:ph type="sldNum" idx="2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0EBE78A-EB3E-401E-81B5-D7F53201DAF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Content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4729752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04973097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554480"/>
            <a:ext cx="10653120" cy="459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55950434" name="PlaceHolder 3"/>
          <p:cNvSpPr>
            <a:spLocks noGrp="1"/>
          </p:cNvSpPr>
          <p:nvPr>
            <p:ph type="dt" idx="2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15892947" name="PlaceHolder 4"/>
          <p:cNvSpPr>
            <a:spLocks noGrp="1"/>
          </p:cNvSpPr>
          <p:nvPr>
            <p:ph type="ftr" idx="2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80942357" name="PlaceHolder 5"/>
          <p:cNvSpPr>
            <a:spLocks noGrp="1"/>
          </p:cNvSpPr>
          <p:nvPr>
            <p:ph type="sldNum" idx="3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EDC07AEC-4DB1-4201-8352-72C66BEDFD2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Content 8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0618595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145952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72007336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817360"/>
            <a:ext cx="11459520" cy="333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72897314" name="PlaceHolder 3"/>
          <p:cNvSpPr>
            <a:spLocks noGrp="1"/>
          </p:cNvSpPr>
          <p:nvPr>
            <p:ph type="dt" idx="3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26846398" name="PlaceHolder 4"/>
          <p:cNvSpPr>
            <a:spLocks noGrp="1"/>
          </p:cNvSpPr>
          <p:nvPr>
            <p:ph type="ftr" idx="3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87724311" name="PlaceHolder 5"/>
          <p:cNvSpPr>
            <a:spLocks noGrp="1"/>
          </p:cNvSpPr>
          <p:nvPr>
            <p:ph type="sldNum" idx="3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6691E27-B508-415C-87D0-C4D21ED2652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Content 9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614399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822924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4082695" name="PlaceHolder 2"/>
          <p:cNvSpPr>
            <a:spLocks noGrp="1"/>
          </p:cNvSpPr>
          <p:nvPr>
            <p:ph type="body"/>
          </p:nvPr>
        </p:nvSpPr>
        <p:spPr bwMode="auto">
          <a:xfrm>
            <a:off x="4297680" y="2651760"/>
            <a:ext cx="7447320" cy="3382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62785659" name="PlaceHolder 3"/>
          <p:cNvSpPr>
            <a:spLocks noGrp="1"/>
          </p:cNvSpPr>
          <p:nvPr>
            <p:ph type="dt" idx="34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96819392" name="PlaceHolder 4"/>
          <p:cNvSpPr>
            <a:spLocks noGrp="1"/>
          </p:cNvSpPr>
          <p:nvPr>
            <p:ph type="ftr" idx="3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55526356" name="PlaceHolder 5"/>
          <p:cNvSpPr>
            <a:spLocks noGrp="1"/>
          </p:cNvSpPr>
          <p:nvPr>
            <p:ph type="sldNum" idx="3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2295ADB-18B5-42DF-841D-0CD078D9C33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5110332" name="PlaceHolder 1"/>
          <p:cNvSpPr>
            <a:spLocks noGrp="1"/>
          </p:cNvSpPr>
          <p:nvPr>
            <p:ph type="title"/>
          </p:nvPr>
        </p:nvSpPr>
        <p:spPr bwMode="auto">
          <a:xfrm>
            <a:off x="5538960" y="365760"/>
            <a:ext cx="609300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Master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24249009" name="PlaceHolder 3"/>
          <p:cNvSpPr>
            <a:spLocks noGrp="1"/>
          </p:cNvSpPr>
          <p:nvPr>
            <p:ph type="body"/>
          </p:nvPr>
        </p:nvSpPr>
        <p:spPr bwMode="auto">
          <a:xfrm>
            <a:off x="5538960" y="1645920"/>
            <a:ext cx="6071400" cy="448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58603967" name="PlaceHolder 4"/>
          <p:cNvSpPr>
            <a:spLocks noGrp="1"/>
          </p:cNvSpPr>
          <p:nvPr>
            <p:ph type="dt" idx="37"/>
          </p:nvPr>
        </p:nvSpPr>
        <p:spPr bwMode="auto">
          <a:xfrm>
            <a:off x="5538960" y="6245280"/>
            <a:ext cx="3337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27989062" name="PlaceHolder 5"/>
          <p:cNvSpPr>
            <a:spLocks noGrp="1"/>
          </p:cNvSpPr>
          <p:nvPr>
            <p:ph type="ftr" idx="38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83795597" name="PlaceHolder 6"/>
          <p:cNvSpPr>
            <a:spLocks noGrp="1"/>
          </p:cNvSpPr>
          <p:nvPr>
            <p:ph type="sldNum" idx="39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368F4DDF-D2E1-4FB2-8AD5-43352C6D5A2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6603947" name="PlaceHolder 1"/>
          <p:cNvSpPr>
            <a:spLocks noGrp="1"/>
          </p:cNvSpPr>
          <p:nvPr>
            <p:ph type="title"/>
          </p:nvPr>
        </p:nvSpPr>
        <p:spPr bwMode="auto">
          <a:xfrm>
            <a:off x="5120640" y="365760"/>
            <a:ext cx="6720480" cy="274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18541408" name="PlaceHolder 3"/>
          <p:cNvSpPr>
            <a:spLocks noGrp="1"/>
          </p:cNvSpPr>
          <p:nvPr>
            <p:ph type="body"/>
          </p:nvPr>
        </p:nvSpPr>
        <p:spPr bwMode="auto">
          <a:xfrm>
            <a:off x="5120640" y="3474720"/>
            <a:ext cx="6720480" cy="265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71394683" name="PlaceHolder 4"/>
          <p:cNvSpPr>
            <a:spLocks noGrp="1"/>
          </p:cNvSpPr>
          <p:nvPr>
            <p:ph type="dt" idx="40"/>
          </p:nvPr>
        </p:nvSpPr>
        <p:spPr bwMode="auto">
          <a:xfrm>
            <a:off x="5120640" y="6245280"/>
            <a:ext cx="3337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6274010" name="PlaceHolder 5"/>
          <p:cNvSpPr>
            <a:spLocks noGrp="1"/>
          </p:cNvSpPr>
          <p:nvPr>
            <p:ph type="ftr" idx="4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29933598" name="PlaceHolder 6"/>
          <p:cNvSpPr>
            <a:spLocks noGrp="1"/>
          </p:cNvSpPr>
          <p:nvPr>
            <p:ph type="sldNum" idx="4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A6953B8-55C7-4665-8FBF-ECDD83733D0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3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599030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613512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ste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88441628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645920"/>
            <a:ext cx="6135120" cy="448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89486262" name="PlaceHolder 3"/>
          <p:cNvSpPr>
            <a:spLocks noGrp="1"/>
          </p:cNvSpPr>
          <p:nvPr>
            <p:ph type="dt" idx="4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45064309" name="PlaceHolder 4"/>
          <p:cNvSpPr>
            <a:spLocks noGrp="1"/>
          </p:cNvSpPr>
          <p:nvPr>
            <p:ph type="ftr" idx="44"/>
          </p:nvPr>
        </p:nvSpPr>
        <p:spPr bwMode="auto">
          <a:xfrm>
            <a:off x="395064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72168870" name="PlaceHolder 5"/>
          <p:cNvSpPr>
            <a:spLocks noGrp="1"/>
          </p:cNvSpPr>
          <p:nvPr>
            <p:ph type="sldNum" idx="45"/>
          </p:nvPr>
        </p:nvSpPr>
        <p:spPr bwMode="auto">
          <a:xfrm>
            <a:off x="670608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9CDF82F-60EF-45A0-8947-957C12429A6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4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8348" name="PlaceHolder 1"/>
          <p:cNvSpPr>
            <a:spLocks noGrp="1"/>
          </p:cNvSpPr>
          <p:nvPr>
            <p:ph type="title"/>
          </p:nvPr>
        </p:nvSpPr>
        <p:spPr bwMode="auto">
          <a:xfrm>
            <a:off x="4745880" y="320040"/>
            <a:ext cx="685764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edit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Master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32915155" name="PlaceHolder 3"/>
          <p:cNvSpPr>
            <a:spLocks noGrp="1"/>
          </p:cNvSpPr>
          <p:nvPr>
            <p:ph type="body"/>
          </p:nvPr>
        </p:nvSpPr>
        <p:spPr bwMode="auto">
          <a:xfrm>
            <a:off x="4745880" y="1380600"/>
            <a:ext cx="68576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44163270" name="PlaceHolder 4"/>
          <p:cNvSpPr>
            <a:spLocks noGrp="1"/>
          </p:cNvSpPr>
          <p:nvPr>
            <p:ph type="dt" idx="46"/>
          </p:nvPr>
        </p:nvSpPr>
        <p:spPr bwMode="auto">
          <a:xfrm>
            <a:off x="4745880" y="624528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49220431" name="PlaceHolder 5"/>
          <p:cNvSpPr>
            <a:spLocks noGrp="1"/>
          </p:cNvSpPr>
          <p:nvPr>
            <p:ph type="ftr" idx="4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114929867" name="PlaceHolder 6"/>
          <p:cNvSpPr>
            <a:spLocks noGrp="1"/>
          </p:cNvSpPr>
          <p:nvPr>
            <p:ph type="sldNum" idx="4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A504F91-5E24-4533-8C46-E9040BE6CFDE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5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178200" name="PlaceHolder 1"/>
          <p:cNvSpPr>
            <a:spLocks noGrp="1"/>
          </p:cNvSpPr>
          <p:nvPr>
            <p:ph type="title"/>
          </p:nvPr>
        </p:nvSpPr>
        <p:spPr bwMode="auto">
          <a:xfrm>
            <a:off x="1737360" y="365760"/>
            <a:ext cx="1005804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00136431" name="PlaceHolder 3"/>
          <p:cNvSpPr>
            <a:spLocks noGrp="1"/>
          </p:cNvSpPr>
          <p:nvPr>
            <p:ph type="body"/>
          </p:nvPr>
        </p:nvSpPr>
        <p:spPr bwMode="auto">
          <a:xfrm>
            <a:off x="4297680" y="2651760"/>
            <a:ext cx="7497720" cy="320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5827766" name="PlaceHolder 4"/>
          <p:cNvSpPr>
            <a:spLocks noGrp="1"/>
          </p:cNvSpPr>
          <p:nvPr>
            <p:ph type="dt" idx="49"/>
          </p:nvPr>
        </p:nvSpPr>
        <p:spPr bwMode="auto">
          <a:xfrm>
            <a:off x="1737360" y="624528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92994575" name="PlaceHolder 5"/>
          <p:cNvSpPr>
            <a:spLocks noGrp="1"/>
          </p:cNvSpPr>
          <p:nvPr>
            <p:ph type="ftr" idx="5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21376552" name="PlaceHolder 6"/>
          <p:cNvSpPr>
            <a:spLocks noGrp="1"/>
          </p:cNvSpPr>
          <p:nvPr>
            <p:ph type="sldNum" idx="5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0B408E8-ADF3-42E6-8F57-5214CB404D8B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6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7391821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685764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9606815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280160"/>
            <a:ext cx="68576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32685094" name="PlaceHolder 3"/>
          <p:cNvSpPr>
            <a:spLocks noGrp="1"/>
          </p:cNvSpPr>
          <p:nvPr>
            <p:ph type="dt" idx="5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61431146" name="PlaceHolder 4"/>
          <p:cNvSpPr>
            <a:spLocks noGrp="1"/>
          </p:cNvSpPr>
          <p:nvPr>
            <p:ph type="ftr" idx="53"/>
          </p:nvPr>
        </p:nvSpPr>
        <p:spPr bwMode="auto">
          <a:xfrm>
            <a:off x="428580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23435553" name="PlaceHolder 5"/>
          <p:cNvSpPr>
            <a:spLocks noGrp="1"/>
          </p:cNvSpPr>
          <p:nvPr>
            <p:ph type="sldNum" idx="54"/>
          </p:nvPr>
        </p:nvSpPr>
        <p:spPr bwMode="auto">
          <a:xfrm>
            <a:off x="704160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D0D9D0D-49BA-49BA-8674-7C0EDC337E1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7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7140578" name="PlaceHolder 1"/>
          <p:cNvSpPr>
            <a:spLocks noGrp="1"/>
          </p:cNvSpPr>
          <p:nvPr>
            <p:ph type="title"/>
          </p:nvPr>
        </p:nvSpPr>
        <p:spPr bwMode="auto">
          <a:xfrm>
            <a:off x="7253640" y="365760"/>
            <a:ext cx="436140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Mast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styl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78853771" name="PlaceHolder 3"/>
          <p:cNvSpPr>
            <a:spLocks noGrp="1"/>
          </p:cNvSpPr>
          <p:nvPr>
            <p:ph type="body"/>
          </p:nvPr>
        </p:nvSpPr>
        <p:spPr bwMode="auto">
          <a:xfrm>
            <a:off x="7253640" y="1920240"/>
            <a:ext cx="436212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69129888" name="PlaceHolder 4"/>
          <p:cNvSpPr>
            <a:spLocks noGrp="1"/>
          </p:cNvSpPr>
          <p:nvPr>
            <p:ph type="dt" idx="55"/>
          </p:nvPr>
        </p:nvSpPr>
        <p:spPr bwMode="auto">
          <a:xfrm>
            <a:off x="7253640" y="6245280"/>
            <a:ext cx="1622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0487990" name="PlaceHolder 5"/>
          <p:cNvSpPr>
            <a:spLocks noGrp="1"/>
          </p:cNvSpPr>
          <p:nvPr>
            <p:ph type="ftr" idx="5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13321438" name="PlaceHolder 6"/>
          <p:cNvSpPr>
            <a:spLocks noGrp="1"/>
          </p:cNvSpPr>
          <p:nvPr>
            <p:ph type="sldNum" idx="5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3C5D371-FD4E-40A7-8DCF-C807FB4346A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8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38803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436140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5410439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011680"/>
            <a:ext cx="436068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09166213" name="PlaceHolder 3"/>
          <p:cNvSpPr>
            <a:spLocks noGrp="1"/>
          </p:cNvSpPr>
          <p:nvPr>
            <p:ph type="dt" idx="58"/>
          </p:nvPr>
        </p:nvSpPr>
        <p:spPr bwMode="auto">
          <a:xfrm>
            <a:off x="365760" y="6245280"/>
            <a:ext cx="2030759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77613574" name="PlaceHolder 4"/>
          <p:cNvSpPr>
            <a:spLocks noGrp="1"/>
          </p:cNvSpPr>
          <p:nvPr>
            <p:ph type="ftr" idx="59"/>
          </p:nvPr>
        </p:nvSpPr>
        <p:spPr bwMode="auto">
          <a:xfrm>
            <a:off x="216828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15700207" name="PlaceHolder 5"/>
          <p:cNvSpPr>
            <a:spLocks noGrp="1"/>
          </p:cNvSpPr>
          <p:nvPr>
            <p:ph type="sldNum" idx="60"/>
          </p:nvPr>
        </p:nvSpPr>
        <p:spPr bwMode="auto">
          <a:xfrm>
            <a:off x="492372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8B07D1A-5454-4388-84F1-6A17F3F62F9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with Picture 2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5388452" name="PlaceHolder 1"/>
          <p:cNvSpPr>
            <a:spLocks noGrp="1"/>
          </p:cNvSpPr>
          <p:nvPr>
            <p:ph type="title"/>
          </p:nvPr>
        </p:nvSpPr>
        <p:spPr bwMode="auto">
          <a:xfrm>
            <a:off x="7169039" y="1129680"/>
            <a:ext cx="4361400" cy="347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5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5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5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9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868322" name="PlaceHolder 1"/>
          <p:cNvSpPr>
            <a:spLocks noGrp="1"/>
          </p:cNvSpPr>
          <p:nvPr>
            <p:ph type="title"/>
          </p:nvPr>
        </p:nvSpPr>
        <p:spPr bwMode="auto">
          <a:xfrm>
            <a:off x="7094520" y="365760"/>
            <a:ext cx="452268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5184682" name="PlaceHolder 3"/>
          <p:cNvSpPr>
            <a:spLocks noGrp="1"/>
          </p:cNvSpPr>
          <p:nvPr>
            <p:ph type="body"/>
          </p:nvPr>
        </p:nvSpPr>
        <p:spPr bwMode="auto">
          <a:xfrm>
            <a:off x="7104960" y="1380600"/>
            <a:ext cx="45122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29163722" name="PlaceHolder 4"/>
          <p:cNvSpPr>
            <a:spLocks noGrp="1"/>
          </p:cNvSpPr>
          <p:nvPr>
            <p:ph type="dt" idx="61"/>
          </p:nvPr>
        </p:nvSpPr>
        <p:spPr bwMode="auto">
          <a:xfrm>
            <a:off x="7104600" y="6245280"/>
            <a:ext cx="17715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22961801" name="PlaceHolder 5"/>
          <p:cNvSpPr>
            <a:spLocks noGrp="1"/>
          </p:cNvSpPr>
          <p:nvPr>
            <p:ph type="ftr" idx="6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90780918" name="PlaceHolder 6"/>
          <p:cNvSpPr>
            <a:spLocks noGrp="1"/>
          </p:cNvSpPr>
          <p:nvPr>
            <p:ph type="sldNum" idx="6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30B1F750-3F22-4D26-85C3-B8C84DDBB96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0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57914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457164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78972159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380600"/>
            <a:ext cx="45716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67358377" name="PlaceHolder 3"/>
          <p:cNvSpPr>
            <a:spLocks noGrp="1"/>
          </p:cNvSpPr>
          <p:nvPr>
            <p:ph type="dt" idx="64"/>
          </p:nvPr>
        </p:nvSpPr>
        <p:spPr bwMode="auto">
          <a:xfrm>
            <a:off x="365760" y="6245280"/>
            <a:ext cx="2030759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74956549" name="PlaceHolder 4"/>
          <p:cNvSpPr>
            <a:spLocks noGrp="1"/>
          </p:cNvSpPr>
          <p:nvPr>
            <p:ph type="ftr" idx="65"/>
          </p:nvPr>
        </p:nvSpPr>
        <p:spPr bwMode="auto">
          <a:xfrm>
            <a:off x="216828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00635292" name="PlaceHolder 5"/>
          <p:cNvSpPr>
            <a:spLocks noGrp="1"/>
          </p:cNvSpPr>
          <p:nvPr>
            <p:ph type="sldNum" idx="66"/>
          </p:nvPr>
        </p:nvSpPr>
        <p:spPr bwMode="auto">
          <a:xfrm>
            <a:off x="492372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AA66832-02E2-4173-839D-82FD741D201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1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373443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51202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88881253" name="PlaceHolder 2"/>
          <p:cNvSpPr>
            <a:spLocks noGrp="1"/>
          </p:cNvSpPr>
          <p:nvPr>
            <p:ph type="body"/>
          </p:nvPr>
        </p:nvSpPr>
        <p:spPr bwMode="auto">
          <a:xfrm>
            <a:off x="365760" y="4572000"/>
            <a:ext cx="512028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93836604" name="PlaceHolder 3"/>
          <p:cNvSpPr>
            <a:spLocks noGrp="1"/>
          </p:cNvSpPr>
          <p:nvPr>
            <p:ph type="dt" idx="67"/>
          </p:nvPr>
        </p:nvSpPr>
        <p:spPr bwMode="auto">
          <a:xfrm>
            <a:off x="365760" y="6245280"/>
            <a:ext cx="2030759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97040755" name="PlaceHolder 4"/>
          <p:cNvSpPr>
            <a:spLocks noGrp="1"/>
          </p:cNvSpPr>
          <p:nvPr>
            <p:ph type="ftr" idx="68"/>
          </p:nvPr>
        </p:nvSpPr>
        <p:spPr bwMode="auto">
          <a:xfrm>
            <a:off x="216828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25384783" name="PlaceHolder 5"/>
          <p:cNvSpPr>
            <a:spLocks noGrp="1"/>
          </p:cNvSpPr>
          <p:nvPr>
            <p:ph type="sldNum" idx="69"/>
          </p:nvPr>
        </p:nvSpPr>
        <p:spPr bwMode="auto">
          <a:xfrm>
            <a:off x="492372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C430303-3CCE-43A4-8CA2-BA8E9AF3149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4171272" name="PlaceHolder 1"/>
          <p:cNvSpPr>
            <a:spLocks noGrp="1"/>
          </p:cNvSpPr>
          <p:nvPr>
            <p:ph type="title"/>
          </p:nvPr>
        </p:nvSpPr>
        <p:spPr bwMode="auto">
          <a:xfrm>
            <a:off x="8212680" y="365760"/>
            <a:ext cx="340128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057425" name="PlaceHolder 3"/>
          <p:cNvSpPr>
            <a:spLocks noGrp="1"/>
          </p:cNvSpPr>
          <p:nvPr>
            <p:ph type="body"/>
          </p:nvPr>
        </p:nvSpPr>
        <p:spPr bwMode="auto">
          <a:xfrm>
            <a:off x="8212680" y="2011680"/>
            <a:ext cx="340128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50971763" name="PlaceHolder 4"/>
          <p:cNvSpPr>
            <a:spLocks noGrp="1"/>
          </p:cNvSpPr>
          <p:nvPr>
            <p:ph type="dt" idx="70"/>
          </p:nvPr>
        </p:nvSpPr>
        <p:spPr bwMode="auto">
          <a:xfrm>
            <a:off x="8212680" y="6245280"/>
            <a:ext cx="9219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76954044" name="PlaceHolder 5"/>
          <p:cNvSpPr>
            <a:spLocks noGrp="1"/>
          </p:cNvSpPr>
          <p:nvPr>
            <p:ph type="ftr" idx="71"/>
          </p:nvPr>
        </p:nvSpPr>
        <p:spPr bwMode="auto">
          <a:xfrm>
            <a:off x="9135000" y="6245280"/>
            <a:ext cx="2546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66983220" name="PlaceHolder 6"/>
          <p:cNvSpPr>
            <a:spLocks noGrp="1"/>
          </p:cNvSpPr>
          <p:nvPr>
            <p:ph type="sldNum" idx="7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0C1550E-EFB3-4BA9-88F5-1D3F0F3DAB5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3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273218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40128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97384957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011680"/>
            <a:ext cx="340128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80361608" name="PlaceHolder 3"/>
          <p:cNvSpPr>
            <a:spLocks noGrp="1"/>
          </p:cNvSpPr>
          <p:nvPr>
            <p:ph type="dt" idx="73"/>
          </p:nvPr>
        </p:nvSpPr>
        <p:spPr bwMode="auto">
          <a:xfrm>
            <a:off x="365760" y="6245280"/>
            <a:ext cx="10674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16989065" name="PlaceHolder 4"/>
          <p:cNvSpPr>
            <a:spLocks noGrp="1"/>
          </p:cNvSpPr>
          <p:nvPr>
            <p:ph type="ftr" idx="74"/>
          </p:nvPr>
        </p:nvSpPr>
        <p:spPr bwMode="auto">
          <a:xfrm>
            <a:off x="120492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98244265" name="PlaceHolder 5"/>
          <p:cNvSpPr>
            <a:spLocks noGrp="1"/>
          </p:cNvSpPr>
          <p:nvPr>
            <p:ph type="sldNum" idx="75"/>
          </p:nvPr>
        </p:nvSpPr>
        <p:spPr bwMode="auto">
          <a:xfrm>
            <a:off x="396036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FE00FB8-2E66-44F2-86B5-9FEC02E12ECF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4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028123" name="PlaceHolder 1"/>
          <p:cNvSpPr>
            <a:spLocks noGrp="1"/>
          </p:cNvSpPr>
          <p:nvPr>
            <p:ph type="title"/>
          </p:nvPr>
        </p:nvSpPr>
        <p:spPr bwMode="auto">
          <a:xfrm>
            <a:off x="8343000" y="1078920"/>
            <a:ext cx="3273120" cy="1942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10962962" name="PlaceHolder 3"/>
          <p:cNvSpPr>
            <a:spLocks noGrp="1"/>
          </p:cNvSpPr>
          <p:nvPr>
            <p:ph type="body"/>
          </p:nvPr>
        </p:nvSpPr>
        <p:spPr bwMode="auto">
          <a:xfrm>
            <a:off x="8344080" y="3099960"/>
            <a:ext cx="3273120" cy="295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41252969" name="PlaceHolder 4"/>
          <p:cNvSpPr>
            <a:spLocks noGrp="1"/>
          </p:cNvSpPr>
          <p:nvPr>
            <p:ph type="dt" idx="76"/>
          </p:nvPr>
        </p:nvSpPr>
        <p:spPr bwMode="auto">
          <a:xfrm>
            <a:off x="8343000" y="6245280"/>
            <a:ext cx="10033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91804625" name="PlaceHolder 5"/>
          <p:cNvSpPr>
            <a:spLocks noGrp="1"/>
          </p:cNvSpPr>
          <p:nvPr>
            <p:ph type="ftr" idx="77"/>
          </p:nvPr>
        </p:nvSpPr>
        <p:spPr bwMode="auto">
          <a:xfrm>
            <a:off x="9346680" y="6245280"/>
            <a:ext cx="23349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27692696" name="PlaceHolder 6"/>
          <p:cNvSpPr>
            <a:spLocks noGrp="1"/>
          </p:cNvSpPr>
          <p:nvPr>
            <p:ph type="sldNum" idx="7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23023C4-567E-491F-8A3D-80CC48D4D362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5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99384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5012280"/>
            <a:ext cx="3739680" cy="138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94806585" name="PlaceHolder 3"/>
          <p:cNvSpPr>
            <a:spLocks noGrp="1"/>
          </p:cNvSpPr>
          <p:nvPr>
            <p:ph type="body"/>
          </p:nvPr>
        </p:nvSpPr>
        <p:spPr bwMode="auto">
          <a:xfrm>
            <a:off x="5349240" y="5012280"/>
            <a:ext cx="6400440" cy="138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95563850" name="PlaceHolder 4"/>
          <p:cNvSpPr>
            <a:spLocks noGrp="1"/>
          </p:cNvSpPr>
          <p:nvPr>
            <p:ph type="dt" idx="7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1258722" name="PlaceHolder 5"/>
          <p:cNvSpPr>
            <a:spLocks noGrp="1"/>
          </p:cNvSpPr>
          <p:nvPr>
            <p:ph type="ftr" idx="8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23036104" name="PlaceHolder 6"/>
          <p:cNvSpPr>
            <a:spLocks noGrp="1"/>
          </p:cNvSpPr>
          <p:nvPr>
            <p:ph type="sldNum" idx="8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C2AC9AD-DDCE-40F9-8CDD-7BB9B3AC88A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6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93607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162320"/>
            <a:ext cx="2953080" cy="189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65883017" name="PlaceHolder 3"/>
          <p:cNvSpPr>
            <a:spLocks noGrp="1"/>
          </p:cNvSpPr>
          <p:nvPr>
            <p:ph type="body"/>
          </p:nvPr>
        </p:nvSpPr>
        <p:spPr bwMode="auto">
          <a:xfrm>
            <a:off x="3977640" y="4162320"/>
            <a:ext cx="7772039" cy="223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12149629" name="PlaceHolder 4"/>
          <p:cNvSpPr>
            <a:spLocks noGrp="1"/>
          </p:cNvSpPr>
          <p:nvPr>
            <p:ph type="dt" idx="8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73895621" name="PlaceHolder 5"/>
          <p:cNvSpPr>
            <a:spLocks noGrp="1"/>
          </p:cNvSpPr>
          <p:nvPr>
            <p:ph type="ftr" idx="8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16962318" name="PlaceHolder 6"/>
          <p:cNvSpPr>
            <a:spLocks noGrp="1"/>
          </p:cNvSpPr>
          <p:nvPr>
            <p:ph type="sldNum" idx="8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F099934-3C6E-4834-8711-26EE8D9B248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7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87206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822960"/>
            <a:ext cx="2953080" cy="189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40754241" name="PlaceHolder 2"/>
          <p:cNvSpPr>
            <a:spLocks noGrp="1"/>
          </p:cNvSpPr>
          <p:nvPr>
            <p:ph type="dt" idx="85"/>
          </p:nvPr>
        </p:nvSpPr>
        <p:spPr bwMode="auto">
          <a:xfrm>
            <a:off x="365760" y="3657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10135040" name="PlaceHolder 3"/>
          <p:cNvSpPr>
            <a:spLocks noGrp="1"/>
          </p:cNvSpPr>
          <p:nvPr>
            <p:ph type="ftr" idx="86"/>
          </p:nvPr>
        </p:nvSpPr>
        <p:spPr bwMode="auto">
          <a:xfrm>
            <a:off x="8640720" y="3657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1160049" name="PlaceHolder 4"/>
          <p:cNvSpPr>
            <a:spLocks noGrp="1"/>
          </p:cNvSpPr>
          <p:nvPr>
            <p:ph type="sldNum" idx="87"/>
          </p:nvPr>
        </p:nvSpPr>
        <p:spPr bwMode="auto">
          <a:xfrm>
            <a:off x="11396520" y="3657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5148C8A-507E-4D43-89E9-81092F1EBE5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6612933" name="PlaceHolder 5"/>
          <p:cNvSpPr>
            <a:spLocks noGrp="1"/>
          </p:cNvSpPr>
          <p:nvPr>
            <p:ph type="body"/>
          </p:nvPr>
        </p:nvSpPr>
        <p:spPr bwMode="auto">
          <a:xfrm>
            <a:off x="4023360" y="822960"/>
            <a:ext cx="7772039" cy="223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8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613583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972440" cy="970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32396682" name="PlaceHolder 3"/>
          <p:cNvSpPr>
            <a:spLocks noGrp="1"/>
          </p:cNvSpPr>
          <p:nvPr>
            <p:ph type="body"/>
          </p:nvPr>
        </p:nvSpPr>
        <p:spPr bwMode="auto">
          <a:xfrm>
            <a:off x="7324200" y="1645920"/>
            <a:ext cx="4251600" cy="4428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6204314" name="PlaceHolder 4"/>
          <p:cNvSpPr>
            <a:spLocks noGrp="1"/>
          </p:cNvSpPr>
          <p:nvPr>
            <p:ph type="dt" idx="8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69628430" name="PlaceHolder 5"/>
          <p:cNvSpPr>
            <a:spLocks noGrp="1"/>
          </p:cNvSpPr>
          <p:nvPr>
            <p:ph type="ftr" idx="8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21552105" name="PlaceHolder 6"/>
          <p:cNvSpPr>
            <a:spLocks noGrp="1"/>
          </p:cNvSpPr>
          <p:nvPr>
            <p:ph type="sldNum" idx="9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E0E6B3E-ED6A-4276-8A95-336740F7FAC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with Picture 3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34558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11480"/>
            <a:ext cx="4654080" cy="373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5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5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5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9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413109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4672080" cy="145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5550935" name="PlaceHolder 3"/>
          <p:cNvSpPr>
            <a:spLocks noGrp="1"/>
          </p:cNvSpPr>
          <p:nvPr>
            <p:ph type="body"/>
          </p:nvPr>
        </p:nvSpPr>
        <p:spPr bwMode="auto">
          <a:xfrm>
            <a:off x="6217920" y="365760"/>
            <a:ext cx="5585400" cy="578303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33629246" name="PlaceHolder 4"/>
          <p:cNvSpPr>
            <a:spLocks noGrp="1"/>
          </p:cNvSpPr>
          <p:nvPr>
            <p:ph type="dt" idx="9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57611187" name="PlaceHolder 5"/>
          <p:cNvSpPr>
            <a:spLocks noGrp="1"/>
          </p:cNvSpPr>
          <p:nvPr>
            <p:ph type="ftr" idx="9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61540501" name="PlaceHolder 6"/>
          <p:cNvSpPr>
            <a:spLocks noGrp="1"/>
          </p:cNvSpPr>
          <p:nvPr>
            <p:ph type="sldNum" idx="9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182CF3D-36A9-4E98-86FA-642F87AA66C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20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92734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657240" cy="145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63500124" name="PlaceHolder 3"/>
          <p:cNvSpPr>
            <a:spLocks noGrp="1"/>
          </p:cNvSpPr>
          <p:nvPr>
            <p:ph type="body"/>
          </p:nvPr>
        </p:nvSpPr>
        <p:spPr bwMode="auto">
          <a:xfrm>
            <a:off x="5265000" y="365760"/>
            <a:ext cx="6560640" cy="575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11833370" name="PlaceHolder 4"/>
          <p:cNvSpPr>
            <a:spLocks noGrp="1"/>
          </p:cNvSpPr>
          <p:nvPr>
            <p:ph type="dt" idx="94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83650013" name="PlaceHolder 5"/>
          <p:cNvSpPr>
            <a:spLocks noGrp="1"/>
          </p:cNvSpPr>
          <p:nvPr>
            <p:ph type="ftr" idx="9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89887862" name="PlaceHolder 6"/>
          <p:cNvSpPr>
            <a:spLocks noGrp="1"/>
          </p:cNvSpPr>
          <p:nvPr>
            <p:ph type="sldNum" idx="9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50FFC65-CB8D-40F7-8998-C6E4057DEE4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umber Large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9431836" name="PlaceHolder 1"/>
          <p:cNvSpPr>
            <a:spLocks noGrp="1"/>
          </p:cNvSpPr>
          <p:nvPr>
            <p:ph type="title"/>
          </p:nvPr>
        </p:nvSpPr>
        <p:spPr bwMode="auto">
          <a:xfrm>
            <a:off x="731520" y="4866480"/>
            <a:ext cx="5897520" cy="13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33406611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13800" y="714600"/>
            <a:ext cx="10826280" cy="433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umber Larg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5958150" name="PlaceHolder 1"/>
          <p:cNvSpPr>
            <a:spLocks noGrp="1"/>
          </p:cNvSpPr>
          <p:nvPr>
            <p:ph type="title"/>
          </p:nvPr>
        </p:nvSpPr>
        <p:spPr bwMode="auto">
          <a:xfrm>
            <a:off x="731879" y="4480560"/>
            <a:ext cx="10744920" cy="182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63085490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12720" y="548640"/>
            <a:ext cx="10826280" cy="433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umber Large 3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4100965" name="PlaceHolder 1"/>
          <p:cNvSpPr>
            <a:spLocks noGrp="1"/>
          </p:cNvSpPr>
          <p:nvPr>
            <p:ph type="title"/>
          </p:nvPr>
        </p:nvSpPr>
        <p:spPr bwMode="auto">
          <a:xfrm>
            <a:off x="2377440" y="4864680"/>
            <a:ext cx="7525080" cy="154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45329785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822960" y="640080"/>
            <a:ext cx="10542600" cy="420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lnSpcReduction="9999"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umber Large 4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2928207" name="PlaceHolder 1"/>
          <p:cNvSpPr>
            <a:spLocks noGrp="1"/>
          </p:cNvSpPr>
          <p:nvPr>
            <p:ph type="title"/>
          </p:nvPr>
        </p:nvSpPr>
        <p:spPr bwMode="auto">
          <a:xfrm>
            <a:off x="2377440" y="4864680"/>
            <a:ext cx="7525080" cy="154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54749494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822960" y="640080"/>
            <a:ext cx="10542600" cy="420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tatement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130360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86675297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12720" y="631080"/>
            <a:ext cx="8265960" cy="560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54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48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6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54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54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48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48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00064124" name="PlaceHolder 3"/>
          <p:cNvSpPr>
            <a:spLocks noGrp="1"/>
          </p:cNvSpPr>
          <p:nvPr>
            <p:ph type="dt" idx="97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58588820" name="PlaceHolder 4"/>
          <p:cNvSpPr>
            <a:spLocks noGrp="1"/>
          </p:cNvSpPr>
          <p:nvPr>
            <p:ph type="ftr" idx="98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11863111" name="PlaceHolder 5"/>
          <p:cNvSpPr>
            <a:spLocks noGrp="1"/>
          </p:cNvSpPr>
          <p:nvPr>
            <p:ph type="sldNum" idx="99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03CD53F-EE68-499D-80F7-97DB425BF9A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tatement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0462585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03444189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365760" y="1929240"/>
            <a:ext cx="8265960" cy="414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54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48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6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54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54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48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48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69444754" name="PlaceHolder 3"/>
          <p:cNvSpPr>
            <a:spLocks noGrp="1"/>
          </p:cNvSpPr>
          <p:nvPr>
            <p:ph type="dt" idx="100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7564032" name="PlaceHolder 4"/>
          <p:cNvSpPr>
            <a:spLocks noGrp="1"/>
          </p:cNvSpPr>
          <p:nvPr>
            <p:ph type="ftr" idx="10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78629481" name="PlaceHolder 5"/>
          <p:cNvSpPr>
            <a:spLocks noGrp="1"/>
          </p:cNvSpPr>
          <p:nvPr>
            <p:ph type="sldNum" idx="10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91B332F-F5B6-40AA-8F5A-FD0A086FD77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tatement 3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449605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39206228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365760" y="365760"/>
            <a:ext cx="8265960" cy="560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54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48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6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54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54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48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48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31983481" name="PlaceHolder 3"/>
          <p:cNvSpPr>
            <a:spLocks noGrp="1"/>
          </p:cNvSpPr>
          <p:nvPr>
            <p:ph type="dt" idx="10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82456630" name="PlaceHolder 4"/>
          <p:cNvSpPr>
            <a:spLocks noGrp="1"/>
          </p:cNvSpPr>
          <p:nvPr>
            <p:ph type="ftr" idx="104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4246160" name="PlaceHolder 5"/>
          <p:cNvSpPr>
            <a:spLocks noGrp="1"/>
          </p:cNvSpPr>
          <p:nvPr>
            <p:ph type="sldNum" idx="105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A1BFE736-D6A6-4817-8566-8C2844B0232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tatement 4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807929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ste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77195594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09480" y="685800"/>
            <a:ext cx="10972440" cy="548603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96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88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8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96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9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88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88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8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8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22416490" name="PlaceHolder 3"/>
          <p:cNvSpPr>
            <a:spLocks noGrp="1"/>
          </p:cNvSpPr>
          <p:nvPr>
            <p:ph type="dt" idx="106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42726461" name="PlaceHolder 4"/>
          <p:cNvSpPr>
            <a:spLocks noGrp="1"/>
          </p:cNvSpPr>
          <p:nvPr>
            <p:ph type="ftr" idx="10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20209959" name="PlaceHolder 5"/>
          <p:cNvSpPr>
            <a:spLocks noGrp="1"/>
          </p:cNvSpPr>
          <p:nvPr>
            <p:ph type="sldNum" idx="10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4408867-09B0-4554-86EC-BA90E8B096E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with Picture 4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63016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54320"/>
            <a:ext cx="9966600" cy="20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Maste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r title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54891081" name="PlaceHolder 3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1001"/>
              </a:spcBef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457200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4pPr>
            <a:lvl5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5pPr>
            <a:lvl6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6pPr>
            <a:lvl7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7pPr>
          </a:lstStyle>
          <a:p>
            <a:pPr indent="0" algn="l" defTabSz="914400">
              <a:spcBef>
                <a:spcPts val="1001"/>
              </a:spcBef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the outline text format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lvl="1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Outline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2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Outline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3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4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3694921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685800" y="694800"/>
            <a:ext cx="896976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37836978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85800" y="1364040"/>
            <a:ext cx="8969760" cy="4762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8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8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8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566425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676880" y="5349240"/>
            <a:ext cx="904320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56293046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1499759" y="1344240"/>
            <a:ext cx="9198360" cy="329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52384381" name="PlaceHolder 3"/>
          <p:cNvSpPr>
            <a:spLocks noGrp="1"/>
          </p:cNvSpPr>
          <p:nvPr>
            <p:ph type="dt" idx="10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13724661" name="PlaceHolder 4"/>
          <p:cNvSpPr>
            <a:spLocks noGrp="1"/>
          </p:cNvSpPr>
          <p:nvPr>
            <p:ph type="ftr" idx="11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0836581" name="PlaceHolder 5"/>
          <p:cNvSpPr>
            <a:spLocks noGrp="1"/>
          </p:cNvSpPr>
          <p:nvPr>
            <p:ph type="sldNum" idx="11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10F23F0-484E-4363-81C2-31E54F47BFB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3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1495912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365760" y="5212080"/>
            <a:ext cx="880524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600" b="1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600" b="1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600" b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42913105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365760" y="1097280"/>
            <a:ext cx="8960760" cy="347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13340703" name="PlaceHolder 3"/>
          <p:cNvSpPr>
            <a:spLocks noGrp="1"/>
          </p:cNvSpPr>
          <p:nvPr>
            <p:ph type="dt" idx="11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20976002" name="PlaceHolder 4"/>
          <p:cNvSpPr>
            <a:spLocks noGrp="1"/>
          </p:cNvSpPr>
          <p:nvPr>
            <p:ph type="ftr" idx="11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7258329" name="PlaceHolder 5"/>
          <p:cNvSpPr>
            <a:spLocks noGrp="1"/>
          </p:cNvSpPr>
          <p:nvPr>
            <p:ph type="sldNum" idx="11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55E1DA4-DE86-4FD0-8289-3F23C1813841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4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208088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685800" y="694800"/>
            <a:ext cx="896976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1931372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85800" y="1364040"/>
            <a:ext cx="8969760" cy="4762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8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8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8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wo Content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07626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74096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85640082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68221288" name="PlaceHolder 3"/>
          <p:cNvSpPr>
            <a:spLocks noGrp="1"/>
          </p:cNvSpPr>
          <p:nvPr>
            <p:ph type="body"/>
          </p:nvPr>
        </p:nvSpPr>
        <p:spPr bwMode="auto">
          <a:xfrm>
            <a:off x="66232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29961328" name="PlaceHolder 4"/>
          <p:cNvSpPr>
            <a:spLocks noGrp="1"/>
          </p:cNvSpPr>
          <p:nvPr>
            <p:ph type="dt" idx="115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96138263" name="PlaceHolder 5"/>
          <p:cNvSpPr>
            <a:spLocks noGrp="1"/>
          </p:cNvSpPr>
          <p:nvPr>
            <p:ph type="ftr" idx="11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084009" name="PlaceHolder 6"/>
          <p:cNvSpPr>
            <a:spLocks noGrp="1"/>
          </p:cNvSpPr>
          <p:nvPr>
            <p:ph type="sldNum" idx="11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620AE5D-26E0-4427-8B74-ED1CD1B1432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wo Content with Picture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84901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554480"/>
            <a:ext cx="1145952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99953246" name="PlaceHolder 3"/>
          <p:cNvSpPr>
            <a:spLocks noGrp="1"/>
          </p:cNvSpPr>
          <p:nvPr>
            <p:ph type="body"/>
          </p:nvPr>
        </p:nvSpPr>
        <p:spPr bwMode="auto">
          <a:xfrm>
            <a:off x="365760" y="3017519"/>
            <a:ext cx="5577480" cy="310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17250145" name="PlaceHolder 4"/>
          <p:cNvSpPr>
            <a:spLocks noGrp="1"/>
          </p:cNvSpPr>
          <p:nvPr>
            <p:ph type="body"/>
          </p:nvPr>
        </p:nvSpPr>
        <p:spPr bwMode="auto">
          <a:xfrm>
            <a:off x="6270480" y="3017519"/>
            <a:ext cx="5577480" cy="310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48753398" name="PlaceHolder 5"/>
          <p:cNvSpPr>
            <a:spLocks noGrp="1"/>
          </p:cNvSpPr>
          <p:nvPr>
            <p:ph type="dt" idx="11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70652667" name="PlaceHolder 6"/>
          <p:cNvSpPr>
            <a:spLocks noGrp="1"/>
          </p:cNvSpPr>
          <p:nvPr>
            <p:ph type="ftr" idx="11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97767229" name="PlaceHolder 7"/>
          <p:cNvSpPr>
            <a:spLocks noGrp="1"/>
          </p:cNvSpPr>
          <p:nvPr>
            <p:ph type="sldNum" idx="12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F6877F8-734C-4D3A-8419-A123B2A17A9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mparis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09701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745280" cy="114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91162640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685880"/>
            <a:ext cx="5157360" cy="55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1" u="none" strike="noStrike" cap="all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000" b="1" u="none" strike="noStrike" cap="all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43652247" name="PlaceHolder 3"/>
          <p:cNvSpPr>
            <a:spLocks noGrp="1"/>
          </p:cNvSpPr>
          <p:nvPr>
            <p:ph type="body"/>
          </p:nvPr>
        </p:nvSpPr>
        <p:spPr bwMode="auto">
          <a:xfrm>
            <a:off x="6622920" y="1685880"/>
            <a:ext cx="5182920" cy="55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1" u="none" strike="noStrike" cap="all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000" b="1" u="none" strike="noStrike" cap="all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90746081" name="PlaceHolder 4"/>
          <p:cNvSpPr>
            <a:spLocks noGrp="1"/>
          </p:cNvSpPr>
          <p:nvPr>
            <p:ph type="body"/>
          </p:nvPr>
        </p:nvSpPr>
        <p:spPr bwMode="auto">
          <a:xfrm>
            <a:off x="365760" y="2387519"/>
            <a:ext cx="5157360" cy="376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3122073" name="PlaceHolder 5"/>
          <p:cNvSpPr>
            <a:spLocks noGrp="1"/>
          </p:cNvSpPr>
          <p:nvPr>
            <p:ph type="body"/>
          </p:nvPr>
        </p:nvSpPr>
        <p:spPr bwMode="auto">
          <a:xfrm>
            <a:off x="6622920" y="2387519"/>
            <a:ext cx="5182920" cy="376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14396915" name="PlaceHolder 6"/>
          <p:cNvSpPr>
            <a:spLocks noGrp="1"/>
          </p:cNvSpPr>
          <p:nvPr>
            <p:ph type="dt" idx="12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30926839" name="PlaceHolder 7"/>
          <p:cNvSpPr>
            <a:spLocks noGrp="1"/>
          </p:cNvSpPr>
          <p:nvPr>
            <p:ph type="ftr" idx="12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3012090" name="PlaceHolder 8"/>
          <p:cNvSpPr>
            <a:spLocks noGrp="1"/>
          </p:cNvSpPr>
          <p:nvPr>
            <p:ph type="sldNum" idx="12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49300A4-0CB5-446D-8487-06F154FB54B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190961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7009105" name="PlaceHolder 2"/>
          <p:cNvSpPr>
            <a:spLocks noGrp="1"/>
          </p:cNvSpPr>
          <p:nvPr>
            <p:ph type="dt" idx="124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5211266" name="PlaceHolder 3"/>
          <p:cNvSpPr>
            <a:spLocks noGrp="1"/>
          </p:cNvSpPr>
          <p:nvPr>
            <p:ph type="ftr" idx="12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07590841" name="PlaceHolder 4"/>
          <p:cNvSpPr>
            <a:spLocks noGrp="1"/>
          </p:cNvSpPr>
          <p:nvPr>
            <p:ph type="sldNum" idx="12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B0B5805-7DE6-4708-8296-8F2CCA642C1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8551927" name="PlaceHolder 1"/>
          <p:cNvSpPr>
            <a:spLocks noGrp="1"/>
          </p:cNvSpPr>
          <p:nvPr>
            <p:ph type="dt" idx="127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2219765" name="PlaceHolder 2"/>
          <p:cNvSpPr>
            <a:spLocks noGrp="1"/>
          </p:cNvSpPr>
          <p:nvPr>
            <p:ph type="ftr" idx="128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99244515" name="PlaceHolder 3"/>
          <p:cNvSpPr>
            <a:spLocks noGrp="1"/>
          </p:cNvSpPr>
          <p:nvPr>
            <p:ph type="sldNum" idx="129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D01431D-2C74-44F3-8142-A8124A8B1C9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Capti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174971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595320" cy="175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28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28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86809472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194560"/>
            <a:ext cx="3595320" cy="399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09966302" name="PlaceHolder 3"/>
          <p:cNvSpPr>
            <a:spLocks noGrp="1"/>
          </p:cNvSpPr>
          <p:nvPr>
            <p:ph type="body"/>
          </p:nvPr>
        </p:nvSpPr>
        <p:spPr bwMode="auto">
          <a:xfrm>
            <a:off x="5394960" y="365760"/>
            <a:ext cx="6440039" cy="575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5574821" name="PlaceHolder 4"/>
          <p:cNvSpPr>
            <a:spLocks noGrp="1"/>
          </p:cNvSpPr>
          <p:nvPr>
            <p:ph type="dt" idx="130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71755816" name="PlaceHolder 5"/>
          <p:cNvSpPr>
            <a:spLocks noGrp="1"/>
          </p:cNvSpPr>
          <p:nvPr>
            <p:ph type="ftr" idx="13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62535735" name="PlaceHolder 6"/>
          <p:cNvSpPr>
            <a:spLocks noGrp="1"/>
          </p:cNvSpPr>
          <p:nvPr>
            <p:ph type="sldNum" idx="13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30CD23B-68B4-40A6-8368-DDDD2449B5E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2775275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57200"/>
            <a:ext cx="7478640" cy="363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69277707" name="PlaceHolder 2"/>
          <p:cNvSpPr>
            <a:spLocks noGrp="1"/>
          </p:cNvSpPr>
          <p:nvPr>
            <p:ph type="dt" idx="13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93814166" name="PlaceHolder 3"/>
          <p:cNvSpPr>
            <a:spLocks noGrp="1"/>
          </p:cNvSpPr>
          <p:nvPr>
            <p:ph type="ftr" idx="134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06075537" name="PlaceHolder 4"/>
          <p:cNvSpPr>
            <a:spLocks noGrp="1"/>
          </p:cNvSpPr>
          <p:nvPr>
            <p:ph type="sldNum" idx="135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31C2FFA-1945-4F29-869A-4253E5ABA7D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Picture with Capti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98202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595320" cy="221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28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28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54505488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651760"/>
            <a:ext cx="3585240" cy="3434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55391957" name="PlaceHolder 4"/>
          <p:cNvSpPr>
            <a:spLocks noGrp="1"/>
          </p:cNvSpPr>
          <p:nvPr>
            <p:ph type="dt" idx="136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97105942" name="PlaceHolder 5"/>
          <p:cNvSpPr>
            <a:spLocks noGrp="1"/>
          </p:cNvSpPr>
          <p:nvPr>
            <p:ph type="ftr" idx="13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06837946" name="PlaceHolder 6"/>
          <p:cNvSpPr>
            <a:spLocks noGrp="1"/>
          </p:cNvSpPr>
          <p:nvPr>
            <p:ph type="sldNum" idx="13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E9DDDEE-6660-4724-8A47-DFA37161111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clusi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16457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847160"/>
            <a:ext cx="734184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12171501" name="PlaceHolder 2"/>
          <p:cNvSpPr>
            <a:spLocks noGrp="1"/>
          </p:cNvSpPr>
          <p:nvPr>
            <p:ph type="body"/>
          </p:nvPr>
        </p:nvSpPr>
        <p:spPr bwMode="auto">
          <a:xfrm>
            <a:off x="365760" y="3291840"/>
            <a:ext cx="10890000" cy="274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46879354" name="PlaceHolder 3"/>
          <p:cNvSpPr>
            <a:spLocks noGrp="1"/>
          </p:cNvSpPr>
          <p:nvPr>
            <p:ph type="dt" idx="13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99636570" name="PlaceHolder 4"/>
          <p:cNvSpPr>
            <a:spLocks noGrp="1"/>
          </p:cNvSpPr>
          <p:nvPr>
            <p:ph type="ftr" idx="14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35016588" name="PlaceHolder 5"/>
          <p:cNvSpPr>
            <a:spLocks noGrp="1"/>
          </p:cNvSpPr>
          <p:nvPr>
            <p:ph type="sldNum" idx="14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A48AFEAF-8010-4C9F-87E2-A5E11F42CFE2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clusion 2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491381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627200"/>
            <a:ext cx="8430480" cy="1841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50065967" name="PlaceHolder 2"/>
          <p:cNvSpPr>
            <a:spLocks noGrp="1"/>
          </p:cNvSpPr>
          <p:nvPr>
            <p:ph type="body"/>
          </p:nvPr>
        </p:nvSpPr>
        <p:spPr bwMode="auto">
          <a:xfrm>
            <a:off x="365760" y="3622680"/>
            <a:ext cx="8430120" cy="127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4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26655791" name="PlaceHolder 3"/>
          <p:cNvSpPr>
            <a:spLocks noGrp="1"/>
          </p:cNvSpPr>
          <p:nvPr>
            <p:ph type="dt" idx="14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82979908" name="PlaceHolder 4"/>
          <p:cNvSpPr>
            <a:spLocks noGrp="1"/>
          </p:cNvSpPr>
          <p:nvPr>
            <p:ph type="ftr" idx="14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12993558" name="PlaceHolder 5"/>
          <p:cNvSpPr>
            <a:spLocks noGrp="1"/>
          </p:cNvSpPr>
          <p:nvPr>
            <p:ph type="sldNum" idx="14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23AEAA3-57F8-4872-845A-C500D94F2B4F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2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03203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854280"/>
            <a:ext cx="7876080" cy="359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11205490" name="PlaceHolder 2"/>
          <p:cNvSpPr>
            <a:spLocks noGrp="1"/>
          </p:cNvSpPr>
          <p:nvPr>
            <p:ph type="dt" idx="145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69619888" name="PlaceHolder 3"/>
          <p:cNvSpPr>
            <a:spLocks noGrp="1"/>
          </p:cNvSpPr>
          <p:nvPr>
            <p:ph type="ftr" idx="14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70511430" name="PlaceHolder 4"/>
          <p:cNvSpPr>
            <a:spLocks noGrp="1"/>
          </p:cNvSpPr>
          <p:nvPr>
            <p:ph type="sldNum" idx="14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069462A-16FC-45F6-8D74-2E4E00BC14FB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3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041580" name="PlaceHolder 1"/>
          <p:cNvSpPr>
            <a:spLocks noGrp="1"/>
          </p:cNvSpPr>
          <p:nvPr>
            <p:ph type="title"/>
          </p:nvPr>
        </p:nvSpPr>
        <p:spPr bwMode="auto">
          <a:xfrm>
            <a:off x="1981080" y="1318320"/>
            <a:ext cx="8229240" cy="262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85011506" name="PlaceHolder 2"/>
          <p:cNvSpPr>
            <a:spLocks noGrp="1"/>
          </p:cNvSpPr>
          <p:nvPr>
            <p:ph type="dt" idx="14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48569974" name="PlaceHolder 3"/>
          <p:cNvSpPr>
            <a:spLocks noGrp="1"/>
          </p:cNvSpPr>
          <p:nvPr>
            <p:ph type="ftr" idx="14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79691957" name="PlaceHolder 4"/>
          <p:cNvSpPr>
            <a:spLocks noGrp="1"/>
          </p:cNvSpPr>
          <p:nvPr>
            <p:ph type="sldNum" idx="15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76F6775-7A10-40C3-8F9D-301C10DE308E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ection Header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8476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554480"/>
            <a:ext cx="7772039" cy="457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80728698" name="PlaceHolder 2"/>
          <p:cNvSpPr>
            <a:spLocks noGrp="1"/>
          </p:cNvSpPr>
          <p:nvPr>
            <p:ph type="dt" idx="15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19587962" name="PlaceHolder 3"/>
          <p:cNvSpPr>
            <a:spLocks noGrp="1"/>
          </p:cNvSpPr>
          <p:nvPr>
            <p:ph type="ftr" idx="15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4683927" name="PlaceHolder 4"/>
          <p:cNvSpPr>
            <a:spLocks noGrp="1"/>
          </p:cNvSpPr>
          <p:nvPr>
            <p:ph type="sldNum" idx="15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164741F-6600-4BB4-8422-B47BE1C6B4B1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Modular maximalism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  <p:sldLayoutId id="2147483702" r:id="rId54"/>
    <p:sldLayoutId id="2147483703" r:id="rId55"/>
    <p:sldLayoutId id="2147483704" r:id="rId56"/>
    <p:sldLayoutId id="2147483705" r:id="rId57"/>
    <p:sldLayoutId id="2147483706" r:id="rId58"/>
    <p:sldLayoutId id="2147483707" r:id="rId59"/>
    <p:sldLayoutId id="2147483708" r:id="rId60"/>
    <p:sldLayoutId id="2147483709" r:id="rId61"/>
    <p:sldLayoutId id="2147483710" r:id="rId6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Montserrat"/>
        <a:buChar char="•"/>
        <a:defRPr sz="28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Montserrat"/>
        <a:buChar char="•"/>
        <a:defRPr sz="24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Montserrat"/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9pPr>
    </p:bodyStyle>
    <p:otherStyle>
      <a:lvl1pPr marL="0" algn="l">
        <a:defRPr sz="1800">
          <a:solidFill>
            <a:schemeClr val="tx1"/>
          </a:solidFill>
          <a:latin typeface="+mn-lt"/>
        </a:defRPr>
      </a:lvl1pPr>
      <a:lvl2pPr marL="457200" algn="l">
        <a:defRPr sz="1800">
          <a:solidFill>
            <a:schemeClr val="tx1"/>
          </a:solidFill>
          <a:latin typeface="+mn-lt"/>
        </a:defRPr>
      </a:lvl2pPr>
      <a:lvl3pPr marL="914400" algn="l">
        <a:defRPr sz="1800">
          <a:solidFill>
            <a:schemeClr val="tx1"/>
          </a:solidFill>
          <a:latin typeface="+mn-lt"/>
        </a:defRPr>
      </a:lvl3pPr>
      <a:lvl4pPr marL="1371600" algn="l">
        <a:defRPr sz="1800">
          <a:solidFill>
            <a:schemeClr val="tx1"/>
          </a:solidFill>
          <a:latin typeface="+mn-lt"/>
        </a:defRPr>
      </a:lvl4pPr>
      <a:lvl5pPr marL="1828800" algn="l">
        <a:defRPr sz="1800">
          <a:solidFill>
            <a:schemeClr val="tx1"/>
          </a:solidFill>
          <a:latin typeface="+mn-lt"/>
        </a:defRPr>
      </a:lvl5pPr>
      <a:lvl6pPr marL="2286000" algn="l">
        <a:defRPr sz="1800">
          <a:solidFill>
            <a:schemeClr val="tx1"/>
          </a:solidFill>
          <a:latin typeface="+mn-lt"/>
        </a:defRPr>
      </a:lvl6pPr>
      <a:lvl7pPr marL="2743200" algn="l">
        <a:defRPr sz="1800">
          <a:solidFill>
            <a:schemeClr val="tx1"/>
          </a:solidFill>
          <a:latin typeface="+mn-lt"/>
        </a:defRPr>
      </a:lvl7pPr>
      <a:lvl8pPr marL="3200400" algn="l">
        <a:defRPr sz="1800">
          <a:solidFill>
            <a:schemeClr val="tx1"/>
          </a:solidFill>
          <a:latin typeface="+mn-lt"/>
        </a:defRPr>
      </a:lvl8pPr>
      <a:lvl9pPr marL="3657600" algn="l">
        <a:defRPr sz="18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jp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22744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54320"/>
            <a:ext cx="9966600" cy="20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id-ID" sz="7000" b="0" u="none" strike="noStrike" cap="all" spc="-150">
                <a:solidFill>
                  <a:schemeClr val="dk1"/>
                </a:solidFill>
                <a:latin typeface="Montserrat"/>
              </a:rPr>
              <a:t>Sandbox and </a:t>
            </a:r>
            <a:br>
              <a:rPr lang="id-ID" sz="7000" b="0" u="none" strike="noStrike" cap="all" spc="-150">
                <a:solidFill>
                  <a:schemeClr val="dk1"/>
                </a:solidFill>
                <a:latin typeface="Montserrat"/>
              </a:rPr>
            </a:br>
            <a:r>
              <a:rPr lang="id-ID" sz="7000" b="0" u="none" strike="noStrike" cap="all" spc="-150">
                <a:solidFill>
                  <a:schemeClr val="dk1"/>
                </a:solidFill>
                <a:latin typeface="Montserrat"/>
              </a:rPr>
              <a:t>out of the box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68056584" name="PlaceHolder 2"/>
          <p:cNvSpPr>
            <a:spLocks noGrp="1"/>
          </p:cNvSpPr>
          <p:nvPr>
            <p:ph type="subTitle"/>
          </p:nvPr>
        </p:nvSpPr>
        <p:spPr bwMode="auto">
          <a:xfrm flipH="0" flipV="0">
            <a:off x="9469800" y="554040"/>
            <a:ext cx="2124000" cy="198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r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id-ID" sz="1400" b="0" u="none" strike="noStrike">
                <a:solidFill>
                  <a:schemeClr val="dk1"/>
                </a:solidFill>
                <a:latin typeface="Montserrat"/>
              </a:rPr>
              <a:t>Pembelajaran Alamiyah Mustaqbal Way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1306177669" name="Picture Placeholder 5"/>
          <p:cNvPicPr>
            <a:picLocks noChangeAspect="1"/>
          </p:cNvPicPr>
          <p:nvPr/>
        </p:nvPicPr>
        <p:blipFill rotWithShape="1">
          <a:blip r:embed="rId3">
            <a:alphaModFix amt="60000"/>
          </a:blip>
          <a:srcRect l="0" t="33729" r="0" b="-10751"/>
          <a:stretch/>
        </p:blipFill>
        <p:spPr bwMode="auto">
          <a:xfrm>
            <a:off x="0" y="2535120"/>
            <a:ext cx="12191760" cy="6259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287134" name="PlaceHolder 1"/>
          <p:cNvSpPr>
            <a:spLocks noGrp="1"/>
          </p:cNvSpPr>
          <p:nvPr>
            <p:ph hasCustomPrompt="1"/>
          </p:nvPr>
        </p:nvSpPr>
        <p:spPr bwMode="auto">
          <a:xfrm>
            <a:off x="609480" y="1761480"/>
            <a:ext cx="10972440" cy="139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id-ID" sz="9600" b="0" u="none" strike="noStrike" cap="all" spc="-99">
                <a:solidFill>
                  <a:schemeClr val="dk1"/>
                </a:solidFill>
                <a:latin typeface="Montserrat"/>
              </a:rPr>
              <a:t>Understand</a:t>
            </a:r>
            <a:endParaRPr lang="en-US" sz="96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29300246" name="Title 1"/>
          <p:cNvSpPr/>
          <p:nvPr/>
        </p:nvSpPr>
        <p:spPr bwMode="auto">
          <a:xfrm flipH="0" flipV="0">
            <a:off x="886799" y="1078920"/>
            <a:ext cx="10470839" cy="6825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85000"/>
              </a:lnSpc>
              <a:defRPr/>
            </a:pPr>
            <a:r>
              <a:rPr lang="id-ID" sz="4400" b="0" u="none" strike="noStrike" cap="all" spc="-150">
                <a:solidFill>
                  <a:schemeClr val="dk1"/>
                </a:solidFill>
                <a:latin typeface="Montserrat"/>
              </a:rPr>
              <a:t>What is to…</a:t>
            </a:r>
            <a:endParaRPr lang="en-US" sz="4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60996738" name="Content Placeholder 5"/>
          <p:cNvSpPr/>
          <p:nvPr/>
        </p:nvSpPr>
        <p:spPr bwMode="auto">
          <a:xfrm>
            <a:off x="971669" y="3004200"/>
            <a:ext cx="1791360" cy="3017519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85000"/>
              </a:lnSpc>
              <a:spcBef>
                <a:spcPts val="1001"/>
              </a:spcBef>
              <a:tabLst>
                <a:tab pos="0" algn="l"/>
              </a:tabLst>
              <a:defRPr/>
            </a:pPr>
            <a:r>
              <a:rPr lang="id-ID" sz="20000" b="0" u="none" strike="noStrike" cap="all" spc="-99">
                <a:solidFill>
                  <a:schemeClr val="dk1"/>
                </a:solidFill>
                <a:latin typeface="Montserrat"/>
              </a:rPr>
              <a:t>?</a:t>
            </a:r>
            <a:endParaRPr lang="en-US" sz="200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73729911" name="PlaceHolder 2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8004265" name="Shape 311"/>
          <p:cNvSpPr/>
          <p:nvPr/>
        </p:nvSpPr>
        <p:spPr bwMode="auto">
          <a:xfrm>
            <a:off x="4800600" y="457200"/>
            <a:ext cx="1828800" cy="114300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32894899" name="Shape 312"/>
          <p:cNvSpPr/>
          <p:nvPr/>
        </p:nvSpPr>
        <p:spPr bwMode="auto">
          <a:xfrm>
            <a:off x="7543800" y="2057400"/>
            <a:ext cx="1600200" cy="1600200"/>
          </a:xfrm>
          <a:prstGeom prst="ellipse">
            <a:avLst/>
          </a:prstGeom>
          <a:solidFill>
            <a:srgbClr val="C5000B"/>
          </a:solidFill>
          <a:ln w="38160">
            <a:solidFill>
              <a:srgbClr val="C5000B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685316260" name="Shape 313"/>
          <p:cNvSpPr/>
          <p:nvPr/>
        </p:nvSpPr>
        <p:spPr bwMode="auto">
          <a:xfrm>
            <a:off x="6858000" y="4800600"/>
            <a:ext cx="1828800" cy="1143000"/>
          </a:xfrm>
          <a:prstGeom prst="parallelogram">
            <a:avLst>
              <a:gd name="adj" fmla="val 40000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14977603" name="Shape 314"/>
          <p:cNvSpPr/>
          <p:nvPr/>
        </p:nvSpPr>
        <p:spPr bwMode="auto">
          <a:xfrm>
            <a:off x="3657600" y="4800600"/>
            <a:ext cx="1828800" cy="1143000"/>
          </a:xfrm>
          <a:custGeom>
            <a:avLst/>
            <a:gdLst/>
            <a:ahLst/>
            <a:cxnLst/>
            <a:rect l="l" t="t" r="r" b="b"/>
            <a:pathLst>
              <a:path w="21600" h="21600" fill="norm" stroke="1" extrusionOk="0">
                <a:moveTo>
                  <a:pt x="0" y="0"/>
                </a:moveTo>
                <a:lnTo>
                  <a:pt x="21600" y="0"/>
                </a:lnTo>
                <a:lnTo>
                  <a:pt x="16200" y="21600"/>
                </a:lnTo>
                <a:lnTo>
                  <a:pt x="5400" y="21600"/>
                </a:lnTo>
                <a:close/>
              </a:path>
            </a:pathLst>
          </a:cu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97536420" name="Shape 315"/>
          <p:cNvSpPr/>
          <p:nvPr/>
        </p:nvSpPr>
        <p:spPr bwMode="auto">
          <a:xfrm>
            <a:off x="2743200" y="2057400"/>
            <a:ext cx="1371600" cy="1371600"/>
          </a:xfrm>
          <a:prstGeom prst="pentagon">
            <a:avLst>
              <a:gd name="hf" fmla="val 105146"/>
              <a:gd name="vf" fmla="val 11055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049433744" name="Shape 316"/>
          <p:cNvSpPr/>
          <p:nvPr/>
        </p:nvSpPr>
        <p:spPr bwMode="auto">
          <a:xfrm rot="2836200">
            <a:off x="7089120" y="1247759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28050919" name="Shape 317"/>
          <p:cNvSpPr/>
          <p:nvPr/>
        </p:nvSpPr>
        <p:spPr bwMode="auto">
          <a:xfrm rot="5999398">
            <a:off x="7833960" y="369756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82627444" name="Shape 318"/>
          <p:cNvSpPr/>
          <p:nvPr/>
        </p:nvSpPr>
        <p:spPr bwMode="auto">
          <a:xfrm rot="10758600">
            <a:off x="5733000" y="48888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429345186" name="Shape 319"/>
          <p:cNvSpPr/>
          <p:nvPr/>
        </p:nvSpPr>
        <p:spPr bwMode="auto">
          <a:xfrm rot="15752400">
            <a:off x="3197160" y="37152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42498872" name="Shape 320"/>
          <p:cNvSpPr/>
          <p:nvPr/>
        </p:nvSpPr>
        <p:spPr bwMode="auto">
          <a:xfrm rot="19283400">
            <a:off x="3904200" y="125748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896346527" name="Content Placeholder 4"/>
          <p:cNvSpPr txBox="1"/>
          <p:nvPr/>
        </p:nvSpPr>
        <p:spPr bwMode="auto">
          <a:xfrm>
            <a:off x="4038840" y="2743200"/>
            <a:ext cx="3733560" cy="13924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 defTabSz="914400">
              <a:lnSpc>
                <a:spcPct val="85000"/>
              </a:lnSpc>
              <a:spcBef>
                <a:spcPts val="1001"/>
              </a:spcBef>
              <a:tabLst>
                <a:tab pos="0" algn="l"/>
              </a:tabLst>
              <a:defRPr/>
            </a:pPr>
            <a:r>
              <a:rPr lang="id-ID" sz="7200" b="0" u="none" strike="noStrike" cap="all" spc="-99">
                <a:solidFill>
                  <a:schemeClr val="dk1"/>
                </a:solidFill>
                <a:latin typeface="Montserrat"/>
              </a:rPr>
              <a:t>POLA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7180438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055687" y="153676"/>
            <a:ext cx="10080624" cy="63236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4811035" name=""/>
          <p:cNvPicPr>
            <a:picLocks noChangeAspect="1"/>
          </p:cNvPicPr>
          <p:nvPr/>
        </p:nvPicPr>
        <p:blipFill rotWithShape="1">
          <a:blip r:embed="rId3"/>
          <a:srcRect l="26174" t="0" r="26616" b="0"/>
          <a:stretch/>
        </p:blipFill>
        <p:spPr bwMode="auto">
          <a:xfrm flipH="0" flipV="0">
            <a:off x="398824" y="180974"/>
            <a:ext cx="1533788" cy="6496049"/>
          </a:xfrm>
          <a:prstGeom prst="rect">
            <a:avLst/>
          </a:prstGeom>
        </p:spPr>
      </p:pic>
      <p:pic>
        <p:nvPicPr>
          <p:cNvPr id="292130903" name=""/>
          <p:cNvPicPr>
            <a:picLocks noChangeAspect="1"/>
          </p:cNvPicPr>
          <p:nvPr/>
        </p:nvPicPr>
        <p:blipFill rotWithShape="1">
          <a:blip r:embed="rId3"/>
          <a:srcRect l="26173" t="1537" r="26616" b="92003"/>
          <a:stretch/>
        </p:blipFill>
        <p:spPr bwMode="auto">
          <a:xfrm flipH="0" flipV="0">
            <a:off x="2529556" y="-222249"/>
            <a:ext cx="8530636" cy="2333624"/>
          </a:xfrm>
          <a:prstGeom prst="rect">
            <a:avLst/>
          </a:prstGeom>
        </p:spPr>
      </p:pic>
      <p:pic>
        <p:nvPicPr>
          <p:cNvPr id="1932413282" name=""/>
          <p:cNvPicPr>
            <a:picLocks noChangeAspect="1"/>
          </p:cNvPicPr>
          <p:nvPr/>
        </p:nvPicPr>
        <p:blipFill rotWithShape="1">
          <a:blip r:embed="rId3"/>
          <a:srcRect l="26067" t="88899" r="26721" b="0"/>
          <a:stretch/>
        </p:blipFill>
        <p:spPr bwMode="auto">
          <a:xfrm flipH="0" flipV="0">
            <a:off x="2202488" y="2359024"/>
            <a:ext cx="9184771" cy="43179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2720121" name="PlaceHolder 1"/>
          <p:cNvSpPr>
            <a:spLocks noGrp="1"/>
          </p:cNvSpPr>
          <p:nvPr>
            <p:ph/>
          </p:nvPr>
        </p:nvSpPr>
        <p:spPr bwMode="auto">
          <a:xfrm>
            <a:off x="685800" y="457200"/>
            <a:ext cx="10744200" cy="685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4200" b="0" u="none" strike="noStrike" cap="all" spc="-150">
                <a:solidFill>
                  <a:schemeClr val="dk1"/>
                </a:solidFill>
                <a:latin typeface="Montserrat"/>
              </a:rPr>
              <a:t>POLA YANG DIBUTUHKAN</a:t>
            </a:r>
            <a:endParaRPr lang="en-US" sz="4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17570320" name="Shape 323"/>
          <p:cNvSpPr/>
          <p:nvPr/>
        </p:nvSpPr>
        <p:spPr bwMode="auto">
          <a:xfrm flipH="0" flipV="0">
            <a:off x="914220" y="1671637"/>
            <a:ext cx="1828800" cy="771524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STANDAR AGAMA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044384796" name="Shape 324"/>
          <p:cNvSpPr/>
          <p:nvPr/>
        </p:nvSpPr>
        <p:spPr bwMode="auto">
          <a:xfrm flipH="0" flipV="0">
            <a:off x="913860" y="2898011"/>
            <a:ext cx="1828800" cy="771524"/>
          </a:xfrm>
          <a:prstGeom prst="roundRect">
            <a:avLst>
              <a:gd name="adj" fmla="val 16667"/>
            </a:avLst>
          </a:prstGeom>
          <a:solidFill>
            <a:srgbClr val="FF420E"/>
          </a:solidFill>
          <a:ln w="38160">
            <a:solidFill>
              <a:srgbClr val="FF420E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STANDAR LINGKUNGAN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980893956" name="Shape 325"/>
          <p:cNvSpPr/>
          <p:nvPr/>
        </p:nvSpPr>
        <p:spPr bwMode="auto">
          <a:xfrm flipH="0" flipV="0">
            <a:off x="914220" y="4124385"/>
            <a:ext cx="1828800" cy="771524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000000"/>
                </a:solidFill>
                <a:latin typeface="Montserrat"/>
              </a:rPr>
              <a:t>STANDAR PEMERINTAH</a:t>
            </a: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grpSp>
        <p:nvGrpSpPr>
          <p:cNvPr id="535025270" name="Shape 326"/>
          <p:cNvGrpSpPr/>
          <p:nvPr/>
        </p:nvGrpSpPr>
        <p:grpSpPr bwMode="auto">
          <a:xfrm>
            <a:off x="4343400" y="2514600"/>
            <a:ext cx="1600200" cy="1143000"/>
            <a:chOff x="4343400" y="2514600"/>
            <a:chExt cx="1600200" cy="1143000"/>
          </a:xfrm>
        </p:grpSpPr>
        <p:sp>
          <p:nvSpPr>
            <p:cNvPr id="327" name="Shape 327"/>
            <p:cNvSpPr/>
            <p:nvPr/>
          </p:nvSpPr>
          <p:spPr bwMode="auto">
            <a:xfrm>
              <a:off x="5029200" y="2743200"/>
              <a:ext cx="228600" cy="914400"/>
            </a:xfrm>
            <a:prstGeom prst="rect">
              <a:avLst/>
            </a:prstGeom>
            <a:solidFill>
              <a:srgbClr val="FF420E"/>
            </a:solidFill>
            <a:ln w="38160">
              <a:solidFill>
                <a:srgbClr val="FF420E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328" name="Shape 328"/>
            <p:cNvSpPr/>
            <p:nvPr/>
          </p:nvSpPr>
          <p:spPr bwMode="auto">
            <a:xfrm>
              <a:off x="4343400" y="2514600"/>
              <a:ext cx="1600200" cy="685800"/>
            </a:xfrm>
            <a:prstGeom prst="flowChartMerge">
              <a:avLst/>
            </a:prstGeom>
            <a:solidFill>
              <a:srgbClr val="FF420E"/>
            </a:solidFill>
            <a:ln w="38160">
              <a:solidFill>
                <a:srgbClr val="FF420E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</p:grpSp>
      <p:sp>
        <p:nvSpPr>
          <p:cNvPr id="87844254" name="Shape 329"/>
          <p:cNvSpPr/>
          <p:nvPr/>
        </p:nvSpPr>
        <p:spPr bwMode="auto">
          <a:xfrm>
            <a:off x="8229600" y="2057400"/>
            <a:ext cx="3429000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MINIMAL AGAMA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88122648" name="Shape 330"/>
          <p:cNvSpPr/>
          <p:nvPr/>
        </p:nvSpPr>
        <p:spPr bwMode="auto">
          <a:xfrm>
            <a:off x="8229600" y="2743200"/>
            <a:ext cx="3429000" cy="457200"/>
          </a:xfrm>
          <a:prstGeom prst="roundRect">
            <a:avLst>
              <a:gd name="adj" fmla="val 16667"/>
            </a:avLst>
          </a:prstGeom>
          <a:solidFill>
            <a:srgbClr val="7E0021"/>
          </a:solidFill>
          <a:ln w="38160">
            <a:solidFill>
              <a:srgbClr val="7E0021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MINIMAL SURVIVE 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807356617" name="Shape 331"/>
          <p:cNvSpPr/>
          <p:nvPr/>
        </p:nvSpPr>
        <p:spPr bwMode="auto">
          <a:xfrm>
            <a:off x="7315200" y="4114800"/>
            <a:ext cx="4343400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BAKAT IBADAH 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69871567" name="Shape 332"/>
          <p:cNvSpPr/>
          <p:nvPr/>
        </p:nvSpPr>
        <p:spPr bwMode="auto">
          <a:xfrm>
            <a:off x="7315200" y="4800600"/>
            <a:ext cx="4343400" cy="457200"/>
          </a:xfrm>
          <a:prstGeom prst="roundRect">
            <a:avLst>
              <a:gd name="adj" fmla="val 16667"/>
            </a:avLst>
          </a:pr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BAKAT PROFESI 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539243063" name="Shape 333"/>
          <p:cNvSpPr/>
          <p:nvPr/>
        </p:nvSpPr>
        <p:spPr bwMode="auto">
          <a:xfrm flipH="0" flipV="0">
            <a:off x="913860" y="5350758"/>
            <a:ext cx="1828800" cy="771524"/>
          </a:xfrm>
          <a:prstGeom prst="roundRect">
            <a:avLst>
              <a:gd name="adj" fmla="val 16667"/>
            </a:avLst>
          </a:pr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PREDIKSI MASA DEPAN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429976065" name="Shape 334"/>
          <p:cNvSpPr/>
          <p:nvPr/>
        </p:nvSpPr>
        <p:spPr bwMode="auto">
          <a:xfrm>
            <a:off x="6629400" y="2057400"/>
            <a:ext cx="914400" cy="1143000"/>
          </a:xfrm>
          <a:prstGeom prst="flowChartSort">
            <a:avLst/>
          </a:prstGeom>
          <a:solidFill>
            <a:srgbClr val="FF420E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cxnSp>
        <p:nvCxnSpPr>
          <p:cNvPr id="1844240822" name="Shape 335"/>
          <p:cNvCxnSpPr>
            <a:stCxn id="1044384796" idx="3"/>
            <a:endCxn id="535025270" idx="0"/>
          </p:cNvCxnSpPr>
          <p:nvPr/>
        </p:nvCxnSpPr>
        <p:spPr bwMode="auto">
          <a:xfrm rot="0" flipH="0" flipV="1">
            <a:off x="2742660" y="2514599"/>
            <a:ext cx="2400840" cy="769173"/>
          </a:xfrm>
          <a:prstGeom prst="bentConnector4">
            <a:avLst>
              <a:gd name="adj1" fmla="val 33337"/>
              <a:gd name="adj2" fmla="val 129720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969765267" name="Shape 336"/>
          <p:cNvCxnSpPr>
            <a:stCxn id="617570320" idx="3"/>
            <a:endCxn id="535025270" idx="0"/>
          </p:cNvCxnSpPr>
          <p:nvPr/>
        </p:nvCxnSpPr>
        <p:spPr bwMode="auto">
          <a:xfrm rot="0" flipH="0" flipV="0">
            <a:off x="2743019" y="2057400"/>
            <a:ext cx="2400479" cy="457199"/>
          </a:xfrm>
          <a:prstGeom prst="bentConnector2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661754013" name="Shape 337"/>
          <p:cNvCxnSpPr>
            <a:stCxn id="1980893956" idx="3"/>
            <a:endCxn id="535025270" idx="0"/>
          </p:cNvCxnSpPr>
          <p:nvPr/>
        </p:nvCxnSpPr>
        <p:spPr bwMode="auto">
          <a:xfrm rot="0" flipH="0" flipV="1">
            <a:off x="2743019" y="2514599"/>
            <a:ext cx="2400479" cy="1995547"/>
          </a:xfrm>
          <a:prstGeom prst="bentConnector4">
            <a:avLst>
              <a:gd name="adj1" fmla="val 33335"/>
              <a:gd name="adj2" fmla="val 111456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96326393" name="Shape 338"/>
          <p:cNvCxnSpPr>
            <a:stCxn id="1539243063" idx="3"/>
            <a:endCxn id="535025270" idx="0"/>
          </p:cNvCxnSpPr>
          <p:nvPr/>
        </p:nvCxnSpPr>
        <p:spPr bwMode="auto">
          <a:xfrm rot="0" flipH="0" flipV="1">
            <a:off x="2742660" y="2514599"/>
            <a:ext cx="2400840" cy="3221921"/>
          </a:xfrm>
          <a:prstGeom prst="bentConnector4">
            <a:avLst>
              <a:gd name="adj1" fmla="val 33337"/>
              <a:gd name="adj2" fmla="val 107095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529714375" name="Shape 339"/>
          <p:cNvCxnSpPr>
            <a:stCxn id="535025270" idx="2"/>
            <a:endCxn id="429976065" idx="1"/>
          </p:cNvCxnSpPr>
          <p:nvPr/>
        </p:nvCxnSpPr>
        <p:spPr bwMode="auto">
          <a:xfrm rot="5400000" flipH="1" flipV="1">
            <a:off x="5371920" y="2400120"/>
            <a:ext cx="1029240" cy="1486440"/>
          </a:xfrm>
          <a:prstGeom prst="bentConnector4">
            <a:avLst>
              <a:gd name="adj1" fmla="val -17494"/>
              <a:gd name="adj2" fmla="val 76937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313973601" name="Shape 340"/>
          <p:cNvCxnSpPr>
            <a:stCxn id="429976065" idx="3"/>
            <a:endCxn id="87844254" idx="1"/>
          </p:cNvCxnSpPr>
          <p:nvPr/>
        </p:nvCxnSpPr>
        <p:spPr bwMode="auto">
          <a:xfrm flipV="1">
            <a:off x="7543800" y="2286000"/>
            <a:ext cx="686160" cy="343080"/>
          </a:xfrm>
          <a:prstGeom prst="bentConnector3">
            <a:avLst>
              <a:gd name="adj1" fmla="val 50000"/>
              <a:gd name="adj" fmla="val 50026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952965793" name="Shape 341"/>
          <p:cNvCxnSpPr>
            <a:stCxn id="429976065" idx="3"/>
            <a:endCxn id="188122648" idx="1"/>
          </p:cNvCxnSpPr>
          <p:nvPr/>
        </p:nvCxnSpPr>
        <p:spPr bwMode="auto">
          <a:xfrm>
            <a:off x="7543800" y="2628720"/>
            <a:ext cx="686160" cy="343439"/>
          </a:xfrm>
          <a:prstGeom prst="bentConnector3">
            <a:avLst>
              <a:gd name="adj1" fmla="val 50000"/>
              <a:gd name="adj" fmla="val 50026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82269618" name="Shape 342"/>
          <p:cNvCxnSpPr>
            <a:stCxn id="535025270" idx="2"/>
            <a:endCxn id="1807356617" idx="1"/>
          </p:cNvCxnSpPr>
          <p:nvPr/>
        </p:nvCxnSpPr>
        <p:spPr bwMode="auto">
          <a:xfrm rot="16199998" flipH="1">
            <a:off x="5886360" y="2914200"/>
            <a:ext cx="686160" cy="2172240"/>
          </a:xfrm>
          <a:prstGeom prst="bentConnector2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441162539" name="Shape 343"/>
          <p:cNvCxnSpPr>
            <a:stCxn id="535025270" idx="2"/>
            <a:endCxn id="1269871567" idx="1"/>
          </p:cNvCxnSpPr>
          <p:nvPr/>
        </p:nvCxnSpPr>
        <p:spPr bwMode="auto">
          <a:xfrm rot="16199998" flipH="1">
            <a:off x="5543280" y="3257280"/>
            <a:ext cx="1371960" cy="2172240"/>
          </a:xfrm>
          <a:prstGeom prst="bentConnector2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sp>
        <p:nvSpPr>
          <p:cNvPr id="1415252142" name="Title 3"/>
          <p:cNvSpPr txBox="1"/>
          <p:nvPr/>
        </p:nvSpPr>
        <p:spPr bwMode="auto">
          <a:xfrm>
            <a:off x="8229600" y="1506960"/>
            <a:ext cx="3429000" cy="46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 defTabSz="914400">
              <a:lnSpc>
                <a:spcPct val="120000"/>
              </a:lnSpc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Wajib Semua, disesuaikan fase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00202286" name="Title 4"/>
          <p:cNvSpPr txBox="1"/>
          <p:nvPr/>
        </p:nvSpPr>
        <p:spPr bwMode="auto">
          <a:xfrm>
            <a:off x="8229600" y="3573000"/>
            <a:ext cx="3429000" cy="46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 defTabSz="914400">
              <a:lnSpc>
                <a:spcPct val="120000"/>
              </a:lnSpc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Personalisasi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52148" name="Shape 346"/>
          <p:cNvSpPr/>
          <p:nvPr/>
        </p:nvSpPr>
        <p:spPr bwMode="auto">
          <a:xfrm>
            <a:off x="3429000" y="457200"/>
            <a:ext cx="1828800" cy="114300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23690133" name="Shape 347"/>
          <p:cNvSpPr/>
          <p:nvPr/>
        </p:nvSpPr>
        <p:spPr bwMode="auto">
          <a:xfrm>
            <a:off x="6172200" y="2057400"/>
            <a:ext cx="1600200" cy="1600200"/>
          </a:xfrm>
          <a:prstGeom prst="ellipse">
            <a:avLst/>
          </a:prstGeom>
          <a:solidFill>
            <a:srgbClr val="C5000B"/>
          </a:solidFill>
          <a:ln w="38160">
            <a:solidFill>
              <a:srgbClr val="C5000B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104270203" name="Shape 348"/>
          <p:cNvSpPr/>
          <p:nvPr/>
        </p:nvSpPr>
        <p:spPr bwMode="auto">
          <a:xfrm>
            <a:off x="5486400" y="4800600"/>
            <a:ext cx="1828800" cy="1143000"/>
          </a:xfrm>
          <a:prstGeom prst="parallelogram">
            <a:avLst>
              <a:gd name="adj" fmla="val 40000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86627897" name="Shape 349"/>
          <p:cNvSpPr/>
          <p:nvPr/>
        </p:nvSpPr>
        <p:spPr bwMode="auto">
          <a:xfrm>
            <a:off x="2286000" y="4800600"/>
            <a:ext cx="1828800" cy="1143000"/>
          </a:xfrm>
          <a:custGeom>
            <a:avLst/>
            <a:gdLst/>
            <a:ahLst/>
            <a:cxnLst/>
            <a:rect l="l" t="t" r="r" b="b"/>
            <a:pathLst>
              <a:path w="21600" h="21600" fill="norm" stroke="1" extrusionOk="0">
                <a:moveTo>
                  <a:pt x="0" y="0"/>
                </a:moveTo>
                <a:lnTo>
                  <a:pt x="21600" y="0"/>
                </a:lnTo>
                <a:lnTo>
                  <a:pt x="16200" y="21600"/>
                </a:lnTo>
                <a:lnTo>
                  <a:pt x="5400" y="21600"/>
                </a:lnTo>
                <a:close/>
              </a:path>
            </a:pathLst>
          </a:cu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045347519" name="Shape 350"/>
          <p:cNvSpPr/>
          <p:nvPr/>
        </p:nvSpPr>
        <p:spPr bwMode="auto">
          <a:xfrm>
            <a:off x="1371600" y="2057400"/>
            <a:ext cx="1371600" cy="1371600"/>
          </a:xfrm>
          <a:prstGeom prst="pentagon">
            <a:avLst>
              <a:gd name="hf" fmla="val 105146"/>
              <a:gd name="vf" fmla="val 11055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761169168" name="Shape 351"/>
          <p:cNvSpPr/>
          <p:nvPr/>
        </p:nvSpPr>
        <p:spPr bwMode="auto">
          <a:xfrm rot="2836200">
            <a:off x="5717520" y="1247759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802565330" name="Shape 352"/>
          <p:cNvSpPr/>
          <p:nvPr/>
        </p:nvSpPr>
        <p:spPr bwMode="auto">
          <a:xfrm rot="5999398">
            <a:off x="6462360" y="369756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17821358" name="Shape 353"/>
          <p:cNvSpPr/>
          <p:nvPr/>
        </p:nvSpPr>
        <p:spPr bwMode="auto">
          <a:xfrm rot="10758600">
            <a:off x="4361400" y="48888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990656300" name="Shape 354"/>
          <p:cNvSpPr/>
          <p:nvPr/>
        </p:nvSpPr>
        <p:spPr bwMode="auto">
          <a:xfrm rot="15752400">
            <a:off x="1825560" y="37152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733584611" name="Shape 355"/>
          <p:cNvSpPr/>
          <p:nvPr/>
        </p:nvSpPr>
        <p:spPr bwMode="auto">
          <a:xfrm rot="19283400">
            <a:off x="2532600" y="125748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37674207" name="Title 8"/>
          <p:cNvSpPr txBox="1"/>
          <p:nvPr/>
        </p:nvSpPr>
        <p:spPr bwMode="auto">
          <a:xfrm>
            <a:off x="8458200" y="457200"/>
            <a:ext cx="2057400" cy="46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SANDBOX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87545729" name="Shape 357"/>
          <p:cNvSpPr/>
          <p:nvPr/>
        </p:nvSpPr>
        <p:spPr bwMode="auto">
          <a:xfrm flipV="1">
            <a:off x="4800600" y="685800"/>
            <a:ext cx="3657600" cy="228600"/>
          </a:xfrm>
          <a:prstGeom prst="line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78493789" name="Shape 358"/>
          <p:cNvSpPr/>
          <p:nvPr/>
        </p:nvSpPr>
        <p:spPr bwMode="auto">
          <a:xfrm flipV="1">
            <a:off x="7315200" y="685800"/>
            <a:ext cx="1143000" cy="1600200"/>
          </a:xfrm>
          <a:prstGeom prst="line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98726620" name="Title 9"/>
          <p:cNvSpPr txBox="1"/>
          <p:nvPr/>
        </p:nvSpPr>
        <p:spPr bwMode="auto">
          <a:xfrm>
            <a:off x="9601200" y="4343400"/>
            <a:ext cx="2057400" cy="2066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OUT</a:t>
            </a:r>
            <a:br>
              <a:rPr sz="2100"/>
            </a:b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OF</a:t>
            </a:r>
            <a:br>
              <a:rPr sz="2100"/>
            </a:b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THE</a:t>
            </a:r>
            <a:br>
              <a:rPr sz="2100"/>
            </a:b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BOX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408966" name="Title 11"/>
          <p:cNvSpPr txBox="1"/>
          <p:nvPr/>
        </p:nvSpPr>
        <p:spPr bwMode="auto">
          <a:xfrm>
            <a:off x="914400" y="1592274"/>
            <a:ext cx="1600200" cy="6944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TUJUAN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99356313" name="Shape 361"/>
          <p:cNvSpPr/>
          <p:nvPr/>
        </p:nvSpPr>
        <p:spPr bwMode="auto">
          <a:xfrm>
            <a:off x="3747747" y="2286714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93291260" name="Shape 362"/>
          <p:cNvSpPr/>
          <p:nvPr/>
        </p:nvSpPr>
        <p:spPr bwMode="auto">
          <a:xfrm>
            <a:off x="4426574" y="2744094"/>
            <a:ext cx="914400" cy="45684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53314420" name="Title 10"/>
          <p:cNvSpPr/>
          <p:nvPr/>
        </p:nvSpPr>
        <p:spPr bwMode="auto">
          <a:xfrm>
            <a:off x="609840" y="460439"/>
            <a:ext cx="10744920" cy="6825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85000"/>
              </a:lnSpc>
              <a:defRPr/>
            </a:pPr>
            <a:r>
              <a:rPr lang="id-ID" sz="4400" b="0" u="none" strike="noStrike" cap="all" spc="-150">
                <a:solidFill>
                  <a:schemeClr val="dk1"/>
                </a:solidFill>
                <a:latin typeface="Montserrat"/>
              </a:rPr>
              <a:t>PERENCANAAN</a:t>
            </a:r>
            <a:endParaRPr lang="en-US" sz="4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51766360" name="Title 12"/>
          <p:cNvSpPr txBox="1"/>
          <p:nvPr/>
        </p:nvSpPr>
        <p:spPr bwMode="auto">
          <a:xfrm>
            <a:off x="3733800" y="1752599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1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2537654" name="Shape 495"/>
          <p:cNvSpPr/>
          <p:nvPr/>
        </p:nvSpPr>
        <p:spPr bwMode="auto">
          <a:xfrm>
            <a:off x="7038295" y="2286714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63948056" name="Title 12 copy"/>
          <p:cNvSpPr txBox="1"/>
          <p:nvPr/>
        </p:nvSpPr>
        <p:spPr bwMode="auto">
          <a:xfrm>
            <a:off x="7024346" y="1752599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2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27433158" name="Shape 498"/>
          <p:cNvSpPr/>
          <p:nvPr/>
        </p:nvSpPr>
        <p:spPr bwMode="auto">
          <a:xfrm>
            <a:off x="3747747" y="4649628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63109175" name="Title 12 copy"/>
          <p:cNvSpPr txBox="1"/>
          <p:nvPr/>
        </p:nvSpPr>
        <p:spPr bwMode="auto">
          <a:xfrm>
            <a:off x="3733800" y="4115514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3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91454133" name="Shape 501"/>
          <p:cNvSpPr/>
          <p:nvPr/>
        </p:nvSpPr>
        <p:spPr bwMode="auto">
          <a:xfrm>
            <a:off x="7038295" y="4649628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17665933" name="Title 12 copy"/>
          <p:cNvSpPr txBox="1"/>
          <p:nvPr/>
        </p:nvSpPr>
        <p:spPr bwMode="auto">
          <a:xfrm>
            <a:off x="7024346" y="4115514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4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grpSp>
        <p:nvGrpSpPr>
          <p:cNvPr id="1541064402" name="Group 15"/>
          <p:cNvGrpSpPr/>
          <p:nvPr/>
        </p:nvGrpSpPr>
        <p:grpSpPr bwMode="auto">
          <a:xfrm>
            <a:off x="7412321" y="2410106"/>
            <a:ext cx="1524000" cy="1124816"/>
            <a:chOff x="3429000" y="457200"/>
            <a:chExt cx="4343400" cy="3200400"/>
          </a:xfrm>
        </p:grpSpPr>
        <p:sp>
          <p:nvSpPr>
            <p:cNvPr id="503" name="Shape 503"/>
            <p:cNvSpPr/>
            <p:nvPr/>
          </p:nvSpPr>
          <p:spPr bwMode="auto">
            <a:xfrm rot="2836200">
              <a:off x="5717520" y="1247759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04" name="Shape 504"/>
            <p:cNvSpPr/>
            <p:nvPr/>
          </p:nvSpPr>
          <p:spPr bwMode="auto">
            <a:xfrm>
              <a:off x="6172200" y="2057400"/>
              <a:ext cx="1600200" cy="1600200"/>
            </a:xfrm>
            <a:prstGeom prst="ellipse">
              <a:avLst/>
            </a:prstGeom>
            <a:solidFill>
              <a:srgbClr val="C5000B"/>
            </a:solidFill>
            <a:ln w="38160">
              <a:solidFill>
                <a:srgbClr val="C5000B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05" name="Shape 505"/>
            <p:cNvSpPr/>
            <p:nvPr/>
          </p:nvSpPr>
          <p:spPr bwMode="auto">
            <a:xfrm>
              <a:off x="3429000" y="457200"/>
              <a:ext cx="1828800" cy="1143000"/>
            </a:xfrm>
            <a:prstGeom prst="roundRect">
              <a:avLst>
                <a:gd name="adj" fmla="val 16667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</p:grpSp>
      <p:sp>
        <p:nvSpPr>
          <p:cNvPr id="1296061197" name="Shape 507"/>
          <p:cNvSpPr/>
          <p:nvPr/>
        </p:nvSpPr>
        <p:spPr bwMode="auto">
          <a:xfrm>
            <a:off x="4571829" y="5030271"/>
            <a:ext cx="623889" cy="610314"/>
          </a:xfrm>
          <a:prstGeom prst="ellipse">
            <a:avLst/>
          </a:prstGeom>
          <a:solidFill>
            <a:srgbClr val="C5000B"/>
          </a:solidFill>
          <a:ln w="38160">
            <a:solidFill>
              <a:srgbClr val="C5000B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grpSp>
        <p:nvGrpSpPr>
          <p:cNvPr id="598860318" name="Group 19"/>
          <p:cNvGrpSpPr/>
          <p:nvPr/>
        </p:nvGrpSpPr>
        <p:grpSpPr bwMode="auto">
          <a:xfrm>
            <a:off x="7633947" y="4801850"/>
            <a:ext cx="852147" cy="1067157"/>
            <a:chOff x="3429000" y="457200"/>
            <a:chExt cx="4343400" cy="5486400"/>
          </a:xfrm>
        </p:grpSpPr>
        <p:sp>
          <p:nvSpPr>
            <p:cNvPr id="508" name="Shape 508"/>
            <p:cNvSpPr/>
            <p:nvPr/>
          </p:nvSpPr>
          <p:spPr bwMode="auto">
            <a:xfrm>
              <a:off x="3429000" y="457200"/>
              <a:ext cx="1828800" cy="1143000"/>
            </a:xfrm>
            <a:prstGeom prst="roundRect">
              <a:avLst>
                <a:gd name="adj" fmla="val 16667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  <p:sp>
          <p:nvSpPr>
            <p:cNvPr id="509" name="Shape 509"/>
            <p:cNvSpPr/>
            <p:nvPr/>
          </p:nvSpPr>
          <p:spPr bwMode="auto">
            <a:xfrm rot="2836200">
              <a:off x="5717520" y="1247759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0" name="Shape 510"/>
            <p:cNvSpPr/>
            <p:nvPr/>
          </p:nvSpPr>
          <p:spPr bwMode="auto">
            <a:xfrm>
              <a:off x="6172200" y="2057400"/>
              <a:ext cx="1600200" cy="1600200"/>
            </a:xfrm>
            <a:prstGeom prst="ellipse">
              <a:avLst/>
            </a:prstGeom>
            <a:solidFill>
              <a:srgbClr val="C5000B"/>
            </a:solidFill>
            <a:ln w="38160">
              <a:solidFill>
                <a:srgbClr val="C5000B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1" name="Shape 511"/>
            <p:cNvSpPr/>
            <p:nvPr/>
          </p:nvSpPr>
          <p:spPr bwMode="auto">
            <a:xfrm rot="5999398">
              <a:off x="6462360" y="369756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2" name="Shape 512"/>
            <p:cNvSpPr/>
            <p:nvPr/>
          </p:nvSpPr>
          <p:spPr bwMode="auto">
            <a:xfrm>
              <a:off x="5486400" y="4800600"/>
              <a:ext cx="1828800" cy="1143000"/>
            </a:xfrm>
            <a:prstGeom prst="parallelogram">
              <a:avLst>
                <a:gd name="adj" fmla="val 40000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</p:grpSp>
      <p:grpSp>
        <p:nvGrpSpPr>
          <p:cNvPr id="1495906483" name="Group 25"/>
          <p:cNvGrpSpPr/>
          <p:nvPr/>
        </p:nvGrpSpPr>
        <p:grpSpPr bwMode="auto">
          <a:xfrm>
            <a:off x="1057931" y="2516564"/>
            <a:ext cx="1313138" cy="1141750"/>
            <a:chOff x="1371600" y="457200"/>
            <a:chExt cx="6400800" cy="5486400"/>
          </a:xfrm>
        </p:grpSpPr>
        <p:sp>
          <p:nvSpPr>
            <p:cNvPr id="514" name="Shape 514"/>
            <p:cNvSpPr/>
            <p:nvPr/>
          </p:nvSpPr>
          <p:spPr bwMode="auto">
            <a:xfrm>
              <a:off x="3429000" y="457200"/>
              <a:ext cx="1828800" cy="1143000"/>
            </a:xfrm>
            <a:prstGeom prst="roundRect">
              <a:avLst>
                <a:gd name="adj" fmla="val 16667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  <p:sp>
          <p:nvSpPr>
            <p:cNvPr id="515" name="Shape 515"/>
            <p:cNvSpPr/>
            <p:nvPr/>
          </p:nvSpPr>
          <p:spPr bwMode="auto">
            <a:xfrm>
              <a:off x="6172200" y="2057400"/>
              <a:ext cx="1600200" cy="1600200"/>
            </a:xfrm>
            <a:prstGeom prst="ellipse">
              <a:avLst/>
            </a:prstGeom>
            <a:solidFill>
              <a:srgbClr val="C5000B"/>
            </a:solidFill>
            <a:ln w="38160">
              <a:solidFill>
                <a:srgbClr val="C5000B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6" name="Shape 516"/>
            <p:cNvSpPr/>
            <p:nvPr/>
          </p:nvSpPr>
          <p:spPr bwMode="auto">
            <a:xfrm>
              <a:off x="5486400" y="4800600"/>
              <a:ext cx="1828800" cy="1143000"/>
            </a:xfrm>
            <a:prstGeom prst="parallelogram">
              <a:avLst>
                <a:gd name="adj" fmla="val 40000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  <p:sp>
          <p:nvSpPr>
            <p:cNvPr id="517" name="Shape 517"/>
            <p:cNvSpPr/>
            <p:nvPr/>
          </p:nvSpPr>
          <p:spPr bwMode="auto">
            <a:xfrm>
              <a:off x="2286000" y="4800600"/>
              <a:ext cx="1828800" cy="1143000"/>
            </a:xfrm>
            <a:custGeom>
              <a:avLst/>
              <a:gdLst/>
              <a:ahLst/>
              <a:cxnLst/>
              <a:rect l="l" t="t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16200" y="21600"/>
                  </a:lnTo>
                  <a:lnTo>
                    <a:pt x="5400" y="21600"/>
                  </a:lnTo>
                  <a:close/>
                </a:path>
              </a:pathLst>
            </a:custGeom>
            <a:solidFill>
              <a:srgbClr val="4B1F6F"/>
            </a:solidFill>
            <a:ln w="38160">
              <a:solidFill>
                <a:srgbClr val="4B1F6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8" name="Shape 518"/>
            <p:cNvSpPr/>
            <p:nvPr/>
          </p:nvSpPr>
          <p:spPr bwMode="auto">
            <a:xfrm>
              <a:off x="1371600" y="2057400"/>
              <a:ext cx="1371600" cy="13716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rgbClr val="579D1C"/>
            </a:solidFill>
            <a:ln w="38160">
              <a:solidFill>
                <a:srgbClr val="579D1C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9" name="Shape 519"/>
            <p:cNvSpPr/>
            <p:nvPr/>
          </p:nvSpPr>
          <p:spPr bwMode="auto">
            <a:xfrm rot="2836200">
              <a:off x="5717520" y="1247759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0" name="Shape 520"/>
            <p:cNvSpPr/>
            <p:nvPr/>
          </p:nvSpPr>
          <p:spPr bwMode="auto">
            <a:xfrm rot="5999398">
              <a:off x="6462360" y="369756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1" name="Shape 521"/>
            <p:cNvSpPr/>
            <p:nvPr/>
          </p:nvSpPr>
          <p:spPr bwMode="auto">
            <a:xfrm rot="10758600">
              <a:off x="4361400" y="488880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2" name="Shape 522"/>
            <p:cNvSpPr/>
            <p:nvPr/>
          </p:nvSpPr>
          <p:spPr bwMode="auto">
            <a:xfrm rot="15752400">
              <a:off x="1825560" y="371520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3" name="Shape 523"/>
            <p:cNvSpPr/>
            <p:nvPr/>
          </p:nvSpPr>
          <p:spPr bwMode="auto">
            <a:xfrm rot="19283400">
              <a:off x="2532600" y="125748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</p:grpSp>
      <p:sp>
        <p:nvSpPr>
          <p:cNvPr id="1261083649" name="Title 11"/>
          <p:cNvSpPr txBox="1"/>
          <p:nvPr/>
        </p:nvSpPr>
        <p:spPr bwMode="auto">
          <a:xfrm>
            <a:off x="10058400" y="5030271"/>
            <a:ext cx="1600200" cy="6944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...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86782626" name="Title 11"/>
          <p:cNvSpPr txBox="1"/>
          <p:nvPr/>
        </p:nvSpPr>
        <p:spPr bwMode="auto">
          <a:xfrm>
            <a:off x="762000" y="4038600"/>
            <a:ext cx="2027917" cy="144922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note: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mengenalkan langsung ke pola tidak langsung membuat paham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440162837" name="Content Placeholder 6"/>
          <p:cNvGraphicFramePr>
            <a:graphicFrameLocks xmlns:a="http://schemas.openxmlformats.org/drawingml/2006/main" noGrp="1"/>
          </p:cNvGraphicFramePr>
          <p:nvPr/>
        </p:nvGraphicFramePr>
        <p:xfrm rot="0">
          <a:off x="365760" y="152400"/>
          <a:ext cx="11459520" cy="633984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{2D5ABB26-0587-4C30-8999-92F81FD0307C}</a:tableStyleId>
              </a:tblPr>
              <a:tblGrid>
                <a:gridCol w="1440000"/>
                <a:gridCol w="4320000"/>
                <a:gridCol w="5699520"/>
              </a:tblGrid>
              <a:tr h="731417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Tahap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SD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SMK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74031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Tujuan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Lingkungan Hijau untuk Perkotaan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Pemograman AI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57615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Sandbox 1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Terrarium / Akuarium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Game Puzzle </a:t>
                      </a:r>
                      <a:b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</a:b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Pemrograman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57615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OOTB 1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Kebun / Taman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How Computer Works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122469348" name="Picture 3" descr="pexels-cottonbro-4507722.jp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143232" y="1798092"/>
            <a:ext cx="1446218" cy="2192187"/>
          </a:xfrm>
          <a:prstGeom prst="rect">
            <a:avLst/>
          </a:prstGeom>
        </p:spPr>
      </p:pic>
      <p:pic>
        <p:nvPicPr>
          <p:cNvPr id="150273531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665341" y="1677165"/>
            <a:ext cx="2982791" cy="2237093"/>
          </a:xfrm>
          <a:prstGeom prst="rect">
            <a:avLst/>
          </a:prstGeom>
        </p:spPr>
      </p:pic>
      <p:pic>
        <p:nvPicPr>
          <p:cNvPr id="1662259845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143232" y="4293358"/>
            <a:ext cx="1446217" cy="2169326"/>
          </a:xfrm>
          <a:prstGeom prst="rect">
            <a:avLst/>
          </a:prstGeom>
        </p:spPr>
      </p:pic>
      <p:pic>
        <p:nvPicPr>
          <p:cNvPr id="1284953358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8665341" y="4474157"/>
            <a:ext cx="2982791" cy="1988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506100385" name="Content Placeholder 6"/>
          <p:cNvGraphicFramePr>
            <a:graphicFrameLocks xmlns:a="http://schemas.openxmlformats.org/drawingml/2006/main"/>
          </p:cNvGraphicFramePr>
          <p:nvPr/>
        </p:nvGraphicFramePr>
        <p:xfrm rot="0">
          <a:off x="365760" y="152399"/>
          <a:ext cx="11459520" cy="6339839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{2D5ABB26-0587-4C30-8999-92F81FD0307C}</a:tableStyleId>
              </a:tblPr>
              <a:tblGrid>
                <a:gridCol w="1440000"/>
                <a:gridCol w="4320000"/>
                <a:gridCol w="5699520"/>
              </a:tblGrid>
              <a:tr h="1194209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Tahap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SANDBOX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OUT OF THE BOX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100512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Sifat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Bebas tapi terbatas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Tidak terbatas tapi global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4206163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Bahan / Alat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marL="261850" indent="-261850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Panduan Guru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marL="261850" indent="-261850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Sandbox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marL="261850" indent="-261850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t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marL="261849" indent="-261849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i="0" u="none" strike="noStrike" cap="none" spc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</a:rPr>
                        <a:t>Lembar Kerja</a:t>
                      </a: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marL="261849" indent="-261849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i="0" u="none" strike="noStrike" cap="none" spc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</a:rPr>
                        <a:t>Akses Lingkungan / Informasi</a:t>
                      </a: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t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579620997" name=""/>
          <p:cNvPicPr>
            <a:picLocks noChangeAspect="1"/>
          </p:cNvPicPr>
          <p:nvPr/>
        </p:nvPicPr>
        <p:blipFill rotWithShape="1">
          <a:blip r:embed="rId3"/>
          <a:srcRect l="14239" t="20517" r="16471" b="10194"/>
          <a:stretch/>
        </p:blipFill>
        <p:spPr bwMode="auto">
          <a:xfrm flipH="0" flipV="0">
            <a:off x="1976081" y="2809141"/>
            <a:ext cx="2418246" cy="1612163"/>
          </a:xfrm>
          <a:prstGeom prst="rect">
            <a:avLst/>
          </a:prstGeom>
        </p:spPr>
      </p:pic>
      <p:pic>
        <p:nvPicPr>
          <p:cNvPr id="49945198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040055" y="4999617"/>
            <a:ext cx="2290298" cy="1526994"/>
          </a:xfrm>
          <a:prstGeom prst="rect">
            <a:avLst/>
          </a:prstGeom>
        </p:spPr>
      </p:pic>
      <p:pic>
        <p:nvPicPr>
          <p:cNvPr id="1746338957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436495" y="2809799"/>
            <a:ext cx="2151676" cy="1611506"/>
          </a:xfrm>
          <a:prstGeom prst="rect">
            <a:avLst/>
          </a:prstGeom>
        </p:spPr>
      </p:pic>
      <p:pic>
        <p:nvPicPr>
          <p:cNvPr id="61435792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436495" y="4999910"/>
            <a:ext cx="2289853" cy="15267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8775208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60" y="5591174"/>
            <a:ext cx="11429640" cy="1092584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Observasi dan dokumentasi Progress murid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grpSp>
        <p:nvGrpSpPr>
          <p:cNvPr id="159667468" name=""/>
          <p:cNvGrpSpPr/>
          <p:nvPr/>
        </p:nvGrpSpPr>
        <p:grpSpPr bwMode="auto">
          <a:xfrm>
            <a:off x="219074" y="171450"/>
            <a:ext cx="11907224" cy="4962524"/>
            <a:chOff x="0" y="0"/>
            <a:chExt cx="11907224" cy="4962524"/>
          </a:xfrm>
        </p:grpSpPr>
        <p:pic>
          <p:nvPicPr>
            <p:cNvPr id="124230379" name=""/>
            <p:cNvPicPr>
              <a:picLocks noChangeAspect="1"/>
            </p:cNvPicPr>
            <p:nvPr/>
          </p:nvPicPr>
          <p:blipFill rotWithShape="1">
            <a:blip r:embed="rId3"/>
            <a:srcRect l="2033" t="0" r="581" b="0"/>
            <a:stretch/>
          </p:blipFill>
          <p:spPr bwMode="auto">
            <a:xfrm flipH="0" flipV="0">
              <a:off x="0" y="0"/>
              <a:ext cx="6381749" cy="3162299"/>
            </a:xfrm>
            <a:prstGeom prst="rect">
              <a:avLst/>
            </a:prstGeom>
          </p:spPr>
        </p:pic>
        <p:pic>
          <p:nvPicPr>
            <p:cNvPr id="1265266413" name=""/>
            <p:cNvPicPr>
              <a:picLocks noChangeAspect="1"/>
            </p:cNvPicPr>
            <p:nvPr/>
          </p:nvPicPr>
          <p:blipFill rotWithShape="1">
            <a:blip r:embed="rId4"/>
            <a:srcRect l="0" t="49143" r="0" b="0"/>
            <a:stretch/>
          </p:blipFill>
          <p:spPr bwMode="auto">
            <a:xfrm flipH="0" flipV="0">
              <a:off x="6296024" y="1460759"/>
              <a:ext cx="5611199" cy="2487352"/>
            </a:xfrm>
            <a:prstGeom prst="rect">
              <a:avLst/>
            </a:prstGeom>
          </p:spPr>
        </p:pic>
        <p:pic>
          <p:nvPicPr>
            <p:cNvPr id="1509608108" name=""/>
            <p:cNvPicPr>
              <a:picLocks noChangeAspect="1"/>
            </p:cNvPicPr>
            <p:nvPr/>
          </p:nvPicPr>
          <p:blipFill rotWithShape="1">
            <a:blip r:embed="rId4"/>
            <a:srcRect l="0" t="12671" r="0" b="50856"/>
            <a:stretch/>
          </p:blipFill>
          <p:spPr bwMode="auto">
            <a:xfrm flipH="0" flipV="0">
              <a:off x="0" y="2933699"/>
              <a:ext cx="6381749" cy="2028824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4711269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534750" y="365760"/>
            <a:ext cx="8306370" cy="1767839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SAATNYA berbelok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723397818" name=""/>
          <p:cNvPicPr>
            <a:picLocks noChangeAspect="1"/>
          </p:cNvPicPr>
          <p:nvPr/>
        </p:nvPicPr>
        <p:blipFill rotWithShape="1">
          <a:blip r:embed="rId3"/>
          <a:srcRect l="27292" t="0" r="45352" b="0"/>
          <a:stretch/>
        </p:blipFill>
        <p:spPr bwMode="auto">
          <a:xfrm flipH="0" flipV="0">
            <a:off x="-160949" y="0"/>
            <a:ext cx="3334949" cy="6858000"/>
          </a:xfrm>
          <a:prstGeom prst="rect">
            <a:avLst/>
          </a:prstGeom>
        </p:spPr>
      </p:pic>
      <p:sp>
        <p:nvSpPr>
          <p:cNvPr id="1210850509" name=""/>
          <p:cNvSpPr/>
          <p:nvPr/>
        </p:nvSpPr>
        <p:spPr bwMode="auto">
          <a:xfrm rot="18900000" flipH="0" flipV="0">
            <a:off x="6560041" y="2508853"/>
            <a:ext cx="2255786" cy="2255786"/>
          </a:xfrm>
          <a:prstGeom prst="noSmoking">
            <a:avLst>
              <a:gd name="adj" fmla="val 13453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71980391" name="Title 12"/>
          <p:cNvSpPr txBox="1"/>
          <p:nvPr/>
        </p:nvSpPr>
        <p:spPr bwMode="auto">
          <a:xfrm flipH="0" flipV="0">
            <a:off x="6869752" y="1807145"/>
            <a:ext cx="1533805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Lancar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7711653" name="Title 12"/>
          <p:cNvSpPr txBox="1"/>
          <p:nvPr/>
        </p:nvSpPr>
        <p:spPr bwMode="auto">
          <a:xfrm flipH="0" flipV="0">
            <a:off x="4077674" y="3429000"/>
            <a:ext cx="2268482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Personalisasi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75381810" name="Title 12"/>
          <p:cNvSpPr txBox="1"/>
          <p:nvPr/>
        </p:nvSpPr>
        <p:spPr bwMode="auto">
          <a:xfrm flipH="0" flipV="0">
            <a:off x="6921031" y="5024081"/>
            <a:ext cx="1533805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Semua Kurang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28311440" name="Title 12"/>
          <p:cNvSpPr txBox="1"/>
          <p:nvPr/>
        </p:nvSpPr>
        <p:spPr bwMode="auto">
          <a:xfrm flipH="0" flipV="0">
            <a:off x="9283016" y="3429000"/>
            <a:ext cx="2268482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Kondisi Berubah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71043891" name="Title 11"/>
          <p:cNvSpPr txBox="1"/>
          <p:nvPr/>
        </p:nvSpPr>
        <p:spPr bwMode="auto">
          <a:xfrm>
            <a:off x="3534750" y="5279541"/>
            <a:ext cx="2027916" cy="1449227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note: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Rencana bukan patokan mutlak, setiap anak, setiap generasi, setiap waktu bisa terus berubah, cari jalan tengah terbaik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5506192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59" y="832484"/>
            <a:ext cx="5120279" cy="228218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Takeway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82518849" name="PlaceHolder 2"/>
          <p:cNvSpPr>
            <a:spLocks noGrp="1"/>
          </p:cNvSpPr>
          <p:nvPr>
            <p:ph/>
          </p:nvPr>
        </p:nvSpPr>
        <p:spPr bwMode="auto">
          <a:xfrm flipH="0" flipV="0">
            <a:off x="222884" y="3057525"/>
            <a:ext cx="5120279" cy="3342915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Mengembalikan firasat dalam pendidikan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1962018360" name=""/>
          <p:cNvPicPr>
            <a:picLocks noChangeAspect="1"/>
          </p:cNvPicPr>
          <p:nvPr/>
        </p:nvPicPr>
        <p:blipFill rotWithShape="1">
          <a:blip r:embed="rId3"/>
          <a:srcRect l="34453" t="0" r="0" b="0"/>
          <a:stretch/>
        </p:blipFill>
        <p:spPr bwMode="auto">
          <a:xfrm flipH="0" flipV="0">
            <a:off x="5430224" y="0"/>
            <a:ext cx="6742724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878168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60" y="359532"/>
            <a:ext cx="11429640" cy="1092583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49">
                <a:solidFill>
                  <a:schemeClr val="dk1"/>
                </a:solidFill>
                <a:latin typeface="Montserrat"/>
              </a:rPr>
              <a:t>IMPLEMentasi Insan Taqwa</a:t>
            </a:r>
            <a:endParaRPr lang="en-US" sz="3600" b="0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36454639" name="PlaceHolder 1"/>
          <p:cNvSpPr>
            <a:spLocks noGrp="1"/>
          </p:cNvSpPr>
          <p:nvPr/>
        </p:nvSpPr>
        <p:spPr bwMode="auto">
          <a:xfrm flipH="0" flipV="0">
            <a:off x="365759" y="1592237"/>
            <a:ext cx="2024054" cy="909850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9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9">
                <a:solidFill>
                  <a:schemeClr val="dk1"/>
                </a:solidFill>
                <a:latin typeface="Montserrat"/>
              </a:rPr>
              <a:t>Luar</a:t>
            </a:r>
            <a:endParaRPr lang="en-US" sz="2800" b="0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4181176" name="PlaceHolder 1"/>
          <p:cNvSpPr>
            <a:spLocks noGrp="1"/>
          </p:cNvSpPr>
          <p:nvPr/>
        </p:nvSpPr>
        <p:spPr bwMode="auto">
          <a:xfrm flipH="0" flipV="0">
            <a:off x="9844129" y="1592238"/>
            <a:ext cx="2024053" cy="909849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9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r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9">
                <a:solidFill>
                  <a:schemeClr val="dk1"/>
                </a:solidFill>
                <a:latin typeface="Montserrat"/>
              </a:rPr>
              <a:t>Dalam</a:t>
            </a:r>
            <a:endParaRPr lang="en-US" sz="2800" b="0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69671427" name="Shape 329"/>
          <p:cNvSpPr/>
          <p:nvPr/>
        </p:nvSpPr>
        <p:spPr bwMode="auto">
          <a:xfrm flipH="0" flipV="0">
            <a:off x="6626305" y="2286000"/>
            <a:ext cx="5032293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BAHASA HATI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7426085" name="Shape 329"/>
          <p:cNvSpPr/>
          <p:nvPr/>
        </p:nvSpPr>
        <p:spPr bwMode="auto">
          <a:xfrm flipH="0" flipV="0">
            <a:off x="6626305" y="2971800"/>
            <a:ext cx="2416790" cy="45720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KEMUDAHAN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1902767" name="Shape 329"/>
          <p:cNvSpPr/>
          <p:nvPr/>
        </p:nvSpPr>
        <p:spPr bwMode="auto">
          <a:xfrm flipH="0" flipV="0">
            <a:off x="9241808" y="2971800"/>
            <a:ext cx="2416790" cy="45720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JABATAN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59425346" name="Shape 329"/>
          <p:cNvSpPr/>
          <p:nvPr/>
        </p:nvSpPr>
        <p:spPr bwMode="auto">
          <a:xfrm flipH="0" flipV="0">
            <a:off x="6626305" y="4247079"/>
            <a:ext cx="5032293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WAKE UP CALL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339640326" name="Shape 329"/>
          <p:cNvSpPr/>
          <p:nvPr/>
        </p:nvSpPr>
        <p:spPr bwMode="auto">
          <a:xfrm flipH="0" flipV="0">
            <a:off x="6626305" y="4932879"/>
            <a:ext cx="5032294" cy="45720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APRESASI TERARAH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60452848" name="Shape 329"/>
          <p:cNvSpPr/>
          <p:nvPr/>
        </p:nvSpPr>
        <p:spPr bwMode="auto">
          <a:xfrm flipH="0" flipV="0">
            <a:off x="6626305" y="5649930"/>
            <a:ext cx="5032294" cy="45720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PELATIHAN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882335232" name="Shape 329"/>
          <p:cNvSpPr/>
          <p:nvPr/>
        </p:nvSpPr>
        <p:spPr bwMode="auto">
          <a:xfrm flipH="0" flipV="0">
            <a:off x="432272" y="2285999"/>
            <a:ext cx="3453738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PARENTING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009904125" name="Shape 329"/>
          <p:cNvSpPr/>
          <p:nvPr/>
        </p:nvSpPr>
        <p:spPr bwMode="auto">
          <a:xfrm flipH="0" flipV="0">
            <a:off x="432272" y="2971800"/>
            <a:ext cx="3453738" cy="45720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KONTRIBUSI PKN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cxnSp>
        <p:nvCxnSpPr>
          <p:cNvPr id="454280354" name=""/>
          <p:cNvCxnSpPr/>
          <p:nvPr/>
        </p:nvCxnSpPr>
        <p:spPr bwMode="auto">
          <a:xfrm flipH="1" flipV="0">
            <a:off x="5309409" y="1648145"/>
            <a:ext cx="0" cy="4773202"/>
          </a:xfrm>
          <a:prstGeom prst="line">
            <a:avLst/>
          </a:prstGeom>
          <a:ln w="38100" cap="flat" cmpd="sng">
            <a:solidFill>
              <a:schemeClr val="tx1">
                <a:lumMod val="65098"/>
                <a:lumOff val="34902"/>
              </a:schemeClr>
            </a:solidFill>
            <a:prstDash val="sysDot"/>
            <a:miter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2539221" name="PlaceHolder 1"/>
          <p:cNvSpPr>
            <a:spLocks noGrp="1"/>
          </p:cNvSpPr>
          <p:nvPr/>
        </p:nvSpPr>
        <p:spPr bwMode="auto">
          <a:xfrm flipH="0" flipV="0">
            <a:off x="365758" y="353988"/>
            <a:ext cx="2724455" cy="530476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8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8">
                <a:solidFill>
                  <a:schemeClr val="dk1"/>
                </a:solidFill>
                <a:latin typeface="Montserrat"/>
              </a:rPr>
              <a:t>Wiki (AI)</a:t>
            </a:r>
            <a:endParaRPr lang="en-US" sz="2800" b="0" u="none" strike="noStrike" cap="all" spc="-148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31266594" name="Title 12"/>
          <p:cNvSpPr txBox="1"/>
          <p:nvPr/>
        </p:nvSpPr>
        <p:spPr bwMode="auto">
          <a:xfrm flipH="0" flipV="0">
            <a:off x="365758" y="884464"/>
            <a:ext cx="4466169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wikipkn.insanmustaqbal.or.id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57079211" name="PlaceHolder 1"/>
          <p:cNvSpPr>
            <a:spLocks noGrp="1"/>
          </p:cNvSpPr>
          <p:nvPr/>
        </p:nvSpPr>
        <p:spPr bwMode="auto">
          <a:xfrm flipH="0" flipV="0">
            <a:off x="6894618" y="353988"/>
            <a:ext cx="2724454" cy="530475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8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8">
                <a:solidFill>
                  <a:schemeClr val="dk1"/>
                </a:solidFill>
                <a:latin typeface="Montserrat"/>
              </a:rPr>
              <a:t>Vid search</a:t>
            </a:r>
            <a:endParaRPr lang="en-US" sz="2800" b="0" u="none" strike="noStrike" cap="all" spc="-148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24818914" name="Title 12"/>
          <p:cNvSpPr txBox="1"/>
          <p:nvPr/>
        </p:nvSpPr>
        <p:spPr bwMode="auto">
          <a:xfrm flipH="0" flipV="0">
            <a:off x="6894618" y="816428"/>
            <a:ext cx="4466169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400" b="1" i="1" u="none" strike="noStrike" cap="none" spc="0">
                <a:solidFill>
                  <a:schemeClr val="dk1"/>
                </a:solidFill>
                <a:latin typeface="Montserrat"/>
                <a:ea typeface="Montserrat"/>
                <a:cs typeface="Montserrat"/>
              </a:rPr>
              <a:t>decaller.github.io/sqlite-vector-video-db/</a:t>
            </a:r>
            <a:endParaRPr sz="14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05226681" name=""/>
          <p:cNvSpPr/>
          <p:nvPr/>
        </p:nvSpPr>
        <p:spPr bwMode="auto">
          <a:xfrm rot="0" flipH="0" flipV="0">
            <a:off x="436820" y="1401534"/>
            <a:ext cx="5129892" cy="532039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573477" name=""/>
          <p:cNvSpPr/>
          <p:nvPr/>
        </p:nvSpPr>
        <p:spPr bwMode="auto">
          <a:xfrm rot="0" flipH="0" flipV="0">
            <a:off x="6894618" y="1401534"/>
            <a:ext cx="5129892" cy="532039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96585" name="PlaceHolder 1"/>
          <p:cNvSpPr>
            <a:spLocks noGrp="1"/>
          </p:cNvSpPr>
          <p:nvPr/>
        </p:nvSpPr>
        <p:spPr bwMode="auto">
          <a:xfrm flipH="0" flipV="0">
            <a:off x="365758" y="353988"/>
            <a:ext cx="2724455" cy="530476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8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8">
                <a:solidFill>
                  <a:schemeClr val="dk1"/>
                </a:solidFill>
                <a:latin typeface="Montserrat"/>
              </a:rPr>
              <a:t>TB40 Alt</a:t>
            </a:r>
            <a:endParaRPr lang="en-US" sz="2800" b="0" u="none" strike="noStrike" cap="all" spc="-148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84703319" name="Title 12"/>
          <p:cNvSpPr txBox="1"/>
          <p:nvPr/>
        </p:nvSpPr>
        <p:spPr bwMode="auto">
          <a:xfrm flipH="0" flipV="0">
            <a:off x="365758" y="884464"/>
            <a:ext cx="4466169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1" i="1" u="none" strike="noStrike" cap="none" spc="0">
                <a:solidFill>
                  <a:schemeClr val="dk1"/>
                </a:solidFill>
                <a:latin typeface="Montserrat"/>
                <a:ea typeface="Montserrat"/>
                <a:cs typeface="Montserrat"/>
              </a:rPr>
              <a:t>tb40.insanmustaqbal.or.id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76251621" name="PlaceHolder 1"/>
          <p:cNvSpPr>
            <a:spLocks noGrp="1"/>
          </p:cNvSpPr>
          <p:nvPr/>
        </p:nvSpPr>
        <p:spPr bwMode="auto">
          <a:xfrm flipH="0" flipV="0">
            <a:off x="7226480" y="353988"/>
            <a:ext cx="4735590" cy="530475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8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8">
                <a:solidFill>
                  <a:schemeClr val="dk1"/>
                </a:solidFill>
                <a:latin typeface="Montserrat"/>
              </a:rPr>
              <a:t>Lembar Observasi</a:t>
            </a:r>
            <a:endParaRPr lang="en-US" sz="2800" b="0" u="none" strike="noStrike" cap="all" spc="-148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11475886" name="Title 12"/>
          <p:cNvSpPr txBox="1"/>
          <p:nvPr/>
        </p:nvSpPr>
        <p:spPr bwMode="auto">
          <a:xfrm flipH="0" flipV="0">
            <a:off x="7226480" y="816428"/>
            <a:ext cx="4466169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400" b="1" i="1" u="none" strike="noStrike" cap="none" spc="0">
                <a:solidFill>
                  <a:schemeClr val="dk1"/>
                </a:solidFill>
                <a:latin typeface="Montserrat"/>
                <a:ea typeface="Montserrat"/>
                <a:cs typeface="Montserrat"/>
              </a:rPr>
              <a:t>bit.ly/obsfitrah</a:t>
            </a:r>
            <a:endParaRPr sz="1400" b="1" i="1" u="none" strike="noStrike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68249228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173356" y="1299958"/>
            <a:ext cx="4108358" cy="5819094"/>
          </a:xfrm>
          <a:prstGeom prst="rect">
            <a:avLst/>
          </a:prstGeom>
        </p:spPr>
      </p:pic>
      <p:sp>
        <p:nvSpPr>
          <p:cNvPr id="1389947839" name=""/>
          <p:cNvSpPr/>
          <p:nvPr/>
        </p:nvSpPr>
        <p:spPr bwMode="auto">
          <a:xfrm rot="0" flipH="0" flipV="0">
            <a:off x="436821" y="1401535"/>
            <a:ext cx="5129892" cy="532039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088808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59" y="832484"/>
            <a:ext cx="5120279" cy="2614612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1" i="1" u="none" strike="noStrike" cap="all" spc="-149">
                <a:solidFill>
                  <a:schemeClr val="dk1"/>
                </a:solidFill>
                <a:latin typeface="Montserrat"/>
              </a:rPr>
              <a:t>Alhamdulillah</a:t>
            </a:r>
            <a:endParaRPr sz="2800" b="1" i="1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153480576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745479" y="365760"/>
            <a:ext cx="4601463" cy="6162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Modular maximalism">
  <a:themeElements>
    <a:clrScheme name="Modular maximalism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FCC6E8"/>
      </a:accent1>
      <a:accent2>
        <a:srgbClr val="FE9F69"/>
      </a:accent2>
      <a:accent3>
        <a:srgbClr val="BDDBE1"/>
      </a:accent3>
      <a:accent4>
        <a:srgbClr val="E7D7EA"/>
      </a:accent4>
      <a:accent5>
        <a:srgbClr val="FD6456"/>
      </a:accent5>
      <a:accent6>
        <a:srgbClr val="B2BE32"/>
      </a:accent6>
      <a:hlink>
        <a:srgbClr val="467886"/>
      </a:hlink>
      <a:folHlink>
        <a:srgbClr val="96607D"/>
      </a:folHlink>
    </a:clrScheme>
    <a:fontScheme name="Montserrat">
      <a:majorFont>
        <a:latin typeface="Montserrat"/>
        <a:ea typeface="Montserrat"/>
        <a:cs typeface="Montserrat"/>
      </a:majorFont>
      <a:minorFont>
        <a:latin typeface="Montserrat"/>
        <a:ea typeface="Montserrat"/>
        <a:cs typeface="Montserrat"/>
      </a:minorFont>
    </a:fontScheme>
    <a:fmtScheme name="Modular maximalism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Modular maximalism">
  <a:themeElements>
    <a:clrScheme name="Modular maximalism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FCC6E8"/>
      </a:accent1>
      <a:accent2>
        <a:srgbClr val="FE9F69"/>
      </a:accent2>
      <a:accent3>
        <a:srgbClr val="BDDBE1"/>
      </a:accent3>
      <a:accent4>
        <a:srgbClr val="E7D7EA"/>
      </a:accent4>
      <a:accent5>
        <a:srgbClr val="FD6456"/>
      </a:accent5>
      <a:accent6>
        <a:srgbClr val="B2BE32"/>
      </a:accent6>
      <a:hlink>
        <a:srgbClr val="467886"/>
      </a:hlink>
      <a:folHlink>
        <a:srgbClr val="96607D"/>
      </a:folHlink>
    </a:clrScheme>
    <a:fontScheme name="">
      <a:majorFont>
        <a:latin typeface="Montserrat"/>
        <a:ea typeface="Montserrat"/>
        <a:cs typeface="Montserrat"/>
      </a:majorFont>
      <a:minorFont>
        <a:latin typeface="Montserrat"/>
        <a:ea typeface="Montserrat"/>
        <a:cs typeface="Montserrat"/>
      </a:minorFont>
    </a:fontScheme>
    <a:fmtScheme name="Modular maximalism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Sandbox and out of the box</dc:title>
  <dc:creator>Harridi Ilman Tovid</dc:creator>
  <cp:lastModifiedBy/>
  <cp:revision>11</cp:revision>
  <dcterms:created xsi:type="dcterms:W3CDTF">2026-10-17T05:39:16Z</dcterms:created>
  <dcterms:modified xsi:type="dcterms:W3CDTF">2026-10-17T13:15:23Z</dcterms:modified>
</cp:coreProperties>
</file>